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1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5" r:id="rId27"/>
    <p:sldId id="283" r:id="rId28"/>
    <p:sldId id="286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35D8A5-08E7-463D-8C67-8837A817A8DA}" v="41" dt="2026-08-12T05:21:29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5989" autoAdjust="0"/>
  </p:normalViewPr>
  <p:slideViewPr>
    <p:cSldViewPr snapToGrid="0" snapToObjects="1">
      <p:cViewPr varScale="1">
        <p:scale>
          <a:sx n="63" d="100"/>
          <a:sy n="63" d="100"/>
        </p:scale>
        <p:origin x="14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barup Maity" userId="a9bc2b7f-3aa9-46e0-9a5f-ca95ef11b4d6" providerId="ADAL" clId="{07332517-3D08-4403-BB49-B3105D499CCD}"/>
    <pc:docChg chg="undo custSel addSld delSld modSld sldOrd">
      <pc:chgData name="Nabarup Maity" userId="a9bc2b7f-3aa9-46e0-9a5f-ca95ef11b4d6" providerId="ADAL" clId="{07332517-3D08-4403-BB49-B3105D499CCD}" dt="2026-08-12T06:59:24.789" v="665" actId="6549"/>
      <pc:docMkLst>
        <pc:docMk/>
      </pc:docMkLst>
      <pc:sldChg chg="addSp modSp mod modNotesTx">
        <pc:chgData name="Nabarup Maity" userId="a9bc2b7f-3aa9-46e0-9a5f-ca95ef11b4d6" providerId="ADAL" clId="{07332517-3D08-4403-BB49-B3105D499CCD}" dt="2026-08-12T06:58:07.657" v="646" actId="6549"/>
        <pc:sldMkLst>
          <pc:docMk/>
          <pc:sldMk cId="0" sldId="256"/>
        </pc:sldMkLst>
        <pc:spChg chg="mod">
          <ac:chgData name="Nabarup Maity" userId="a9bc2b7f-3aa9-46e0-9a5f-ca95ef11b4d6" providerId="ADAL" clId="{07332517-3D08-4403-BB49-B3105D499CCD}" dt="2026-08-12T04:08:09.669" v="461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4:08:19.840" v="463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10:07:51.102" v="255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Nabarup Maity" userId="a9bc2b7f-3aa9-46e0-9a5f-ca95ef11b4d6" providerId="ADAL" clId="{07332517-3D08-4403-BB49-B3105D499CCD}" dt="2026-08-12T03:36:29.728" v="348" actId="1076"/>
          <ac:spMkLst>
            <pc:docMk/>
            <pc:sldMk cId="0" sldId="256"/>
            <ac:spMk id="11" creationId="{96816BC9-9006-E0D7-70E8-473C1DEE99C4}"/>
          </ac:spMkLst>
        </pc:spChg>
      </pc:sldChg>
      <pc:sldChg chg="modSp mod">
        <pc:chgData name="Nabarup Maity" userId="a9bc2b7f-3aa9-46e0-9a5f-ca95ef11b4d6" providerId="ADAL" clId="{07332517-3D08-4403-BB49-B3105D499CCD}" dt="2026-08-12T04:08:39.576" v="468" actId="20577"/>
        <pc:sldMkLst>
          <pc:docMk/>
          <pc:sldMk cId="0" sldId="257"/>
        </pc:sldMkLst>
        <pc:spChg chg="mod">
          <ac:chgData name="Nabarup Maity" userId="a9bc2b7f-3aa9-46e0-9a5f-ca95ef11b4d6" providerId="ADAL" clId="{07332517-3D08-4403-BB49-B3105D499CCD}" dt="2026-08-12T04:08:31.576" v="464" actId="6549"/>
          <ac:spMkLst>
            <pc:docMk/>
            <pc:sldMk cId="0" sldId="257"/>
            <ac:spMk id="9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3:19:35.583" v="265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4:08:39.576" v="468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3:19:42.807" v="269" actId="20577"/>
          <ac:spMkLst>
            <pc:docMk/>
            <pc:sldMk cId="0" sldId="257"/>
            <ac:spMk id="28" creationId="{00000000-0000-0000-0000-000000000000}"/>
          </ac:spMkLst>
        </pc:spChg>
      </pc:sldChg>
      <pc:sldChg chg="modSp mod modNotesTx">
        <pc:chgData name="Nabarup Maity" userId="a9bc2b7f-3aa9-46e0-9a5f-ca95ef11b4d6" providerId="ADAL" clId="{07332517-3D08-4403-BB49-B3105D499CCD}" dt="2026-08-12T06:58:12.514" v="647" actId="6549"/>
        <pc:sldMkLst>
          <pc:docMk/>
          <pc:sldMk cId="0" sldId="258"/>
        </pc:sldMkLst>
        <pc:spChg chg="mod">
          <ac:chgData name="Nabarup Maity" userId="a9bc2b7f-3aa9-46e0-9a5f-ca95ef11b4d6" providerId="ADAL" clId="{07332517-3D08-4403-BB49-B3105D499CCD}" dt="2026-08-12T04:08:54.265" v="470" actId="20577"/>
          <ac:spMkLst>
            <pc:docMk/>
            <pc:sldMk cId="0" sldId="258"/>
            <ac:spMk id="6" creationId="{00000000-0000-0000-0000-000000000000}"/>
          </ac:spMkLst>
        </pc:spChg>
      </pc:sldChg>
      <pc:sldChg chg="modSp mod modNotesTx">
        <pc:chgData name="Nabarup Maity" userId="a9bc2b7f-3aa9-46e0-9a5f-ca95ef11b4d6" providerId="ADAL" clId="{07332517-3D08-4403-BB49-B3105D499CCD}" dt="2026-08-12T06:58:15.770" v="648" actId="6549"/>
        <pc:sldMkLst>
          <pc:docMk/>
          <pc:sldMk cId="0" sldId="259"/>
        </pc:sldMkLst>
        <pc:spChg chg="mod">
          <ac:chgData name="Nabarup Maity" userId="a9bc2b7f-3aa9-46e0-9a5f-ca95ef11b4d6" providerId="ADAL" clId="{07332517-3D08-4403-BB49-B3105D499CCD}" dt="2026-08-12T03:48:13.961" v="380" actId="6549"/>
          <ac:spMkLst>
            <pc:docMk/>
            <pc:sldMk cId="0" sldId="259"/>
            <ac:spMk id="8" creationId="{00000000-0000-0000-0000-000000000000}"/>
          </ac:spMkLst>
        </pc:spChg>
      </pc:sldChg>
      <pc:sldChg chg="modSp mod modNotesTx">
        <pc:chgData name="Nabarup Maity" userId="a9bc2b7f-3aa9-46e0-9a5f-ca95ef11b4d6" providerId="ADAL" clId="{07332517-3D08-4403-BB49-B3105D499CCD}" dt="2026-08-12T06:58:18.963" v="649" actId="6549"/>
        <pc:sldMkLst>
          <pc:docMk/>
          <pc:sldMk cId="0" sldId="260"/>
        </pc:sldMkLst>
        <pc:spChg chg="mod">
          <ac:chgData name="Nabarup Maity" userId="a9bc2b7f-3aa9-46e0-9a5f-ca95ef11b4d6" providerId="ADAL" clId="{07332517-3D08-4403-BB49-B3105D499CCD}" dt="2026-08-12T03:47:55.455" v="373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3:47:24.104" v="366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3:47:36.647" v="368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3:47:33.706" v="367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3:47:44.612" v="371" actId="20577"/>
          <ac:spMkLst>
            <pc:docMk/>
            <pc:sldMk cId="0" sldId="260"/>
            <ac:spMk id="18" creationId="{00000000-0000-0000-0000-000000000000}"/>
          </ac:spMkLst>
        </pc:spChg>
      </pc:sldChg>
      <pc:sldChg chg="ord">
        <pc:chgData name="Nabarup Maity" userId="a9bc2b7f-3aa9-46e0-9a5f-ca95ef11b4d6" providerId="ADAL" clId="{07332517-3D08-4403-BB49-B3105D499CCD}" dt="2026-08-06T10:00:16.952" v="50"/>
        <pc:sldMkLst>
          <pc:docMk/>
          <pc:sldMk cId="0" sldId="261"/>
        </pc:sldMkLst>
      </pc:sldChg>
      <pc:sldChg chg="modSp mod modNotesTx">
        <pc:chgData name="Nabarup Maity" userId="a9bc2b7f-3aa9-46e0-9a5f-ca95ef11b4d6" providerId="ADAL" clId="{07332517-3D08-4403-BB49-B3105D499CCD}" dt="2026-08-12T06:58:23.004" v="650" actId="6549"/>
        <pc:sldMkLst>
          <pc:docMk/>
          <pc:sldMk cId="0" sldId="262"/>
        </pc:sldMkLst>
        <pc:spChg chg="mod">
          <ac:chgData name="Nabarup Maity" userId="a9bc2b7f-3aa9-46e0-9a5f-ca95ef11b4d6" providerId="ADAL" clId="{07332517-3D08-4403-BB49-B3105D499CCD}" dt="2026-08-12T03:23:23.448" v="273" actId="20577"/>
          <ac:spMkLst>
            <pc:docMk/>
            <pc:sldMk cId="0" sldId="262"/>
            <ac:spMk id="18" creationId="{00000000-0000-0000-0000-000000000000}"/>
          </ac:spMkLst>
        </pc:spChg>
      </pc:sldChg>
      <pc:sldChg chg="modNotesTx">
        <pc:chgData name="Nabarup Maity" userId="a9bc2b7f-3aa9-46e0-9a5f-ca95ef11b4d6" providerId="ADAL" clId="{07332517-3D08-4403-BB49-B3105D499CCD}" dt="2026-08-12T06:58:26.861" v="651" actId="6549"/>
        <pc:sldMkLst>
          <pc:docMk/>
          <pc:sldMk cId="0" sldId="263"/>
        </pc:sldMkLst>
      </pc:sldChg>
      <pc:sldChg chg="modSp mod modNotesTx">
        <pc:chgData name="Nabarup Maity" userId="a9bc2b7f-3aa9-46e0-9a5f-ca95ef11b4d6" providerId="ADAL" clId="{07332517-3D08-4403-BB49-B3105D499CCD}" dt="2026-08-12T06:58:30.809" v="652" actId="6549"/>
        <pc:sldMkLst>
          <pc:docMk/>
          <pc:sldMk cId="0" sldId="264"/>
        </pc:sldMkLst>
        <pc:spChg chg="mod">
          <ac:chgData name="Nabarup Maity" userId="a9bc2b7f-3aa9-46e0-9a5f-ca95ef11b4d6" providerId="ADAL" clId="{07332517-3D08-4403-BB49-B3105D499CCD}" dt="2026-08-12T04:10:04.284" v="471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10:00:59.690" v="60" actId="20577"/>
          <ac:spMkLst>
            <pc:docMk/>
            <pc:sldMk cId="0" sldId="264"/>
            <ac:spMk id="21" creationId="{00000000-0000-0000-0000-000000000000}"/>
          </ac:spMkLst>
        </pc:spChg>
      </pc:sldChg>
      <pc:sldChg chg="modNotesTx">
        <pc:chgData name="Nabarup Maity" userId="a9bc2b7f-3aa9-46e0-9a5f-ca95ef11b4d6" providerId="ADAL" clId="{07332517-3D08-4403-BB49-B3105D499CCD}" dt="2026-08-12T06:58:37.059" v="653" actId="6549"/>
        <pc:sldMkLst>
          <pc:docMk/>
          <pc:sldMk cId="0" sldId="265"/>
        </pc:sldMkLst>
      </pc:sldChg>
      <pc:sldChg chg="modSp mod modNotesTx">
        <pc:chgData name="Nabarup Maity" userId="a9bc2b7f-3aa9-46e0-9a5f-ca95ef11b4d6" providerId="ADAL" clId="{07332517-3D08-4403-BB49-B3105D499CCD}" dt="2026-08-12T06:58:41.318" v="654" actId="6549"/>
        <pc:sldMkLst>
          <pc:docMk/>
          <pc:sldMk cId="0" sldId="266"/>
        </pc:sldMkLst>
        <pc:spChg chg="mod">
          <ac:chgData name="Nabarup Maity" userId="a9bc2b7f-3aa9-46e0-9a5f-ca95ef11b4d6" providerId="ADAL" clId="{07332517-3D08-4403-BB49-B3105D499CCD}" dt="2026-08-06T10:01:52.851" v="80" actId="20577"/>
          <ac:spMkLst>
            <pc:docMk/>
            <pc:sldMk cId="0" sldId="266"/>
            <ac:spMk id="14" creationId="{00000000-0000-0000-0000-000000000000}"/>
          </ac:spMkLst>
        </pc:spChg>
      </pc:sldChg>
      <pc:sldChg chg="modSp mod modNotesTx">
        <pc:chgData name="Nabarup Maity" userId="a9bc2b7f-3aa9-46e0-9a5f-ca95ef11b4d6" providerId="ADAL" clId="{07332517-3D08-4403-BB49-B3105D499CCD}" dt="2026-08-12T06:58:44.718" v="655" actId="6549"/>
        <pc:sldMkLst>
          <pc:docMk/>
          <pc:sldMk cId="0" sldId="267"/>
        </pc:sldMkLst>
        <pc:spChg chg="mod">
          <ac:chgData name="Nabarup Maity" userId="a9bc2b7f-3aa9-46e0-9a5f-ca95ef11b4d6" providerId="ADAL" clId="{07332517-3D08-4403-BB49-B3105D499CCD}" dt="2026-08-12T04:13:58.941" v="475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4:13:55.846" v="473" actId="20577"/>
          <ac:spMkLst>
            <pc:docMk/>
            <pc:sldMk cId="0" sldId="267"/>
            <ac:spMk id="19" creationId="{00000000-0000-0000-0000-000000000000}"/>
          </ac:spMkLst>
        </pc:spChg>
      </pc:sldChg>
      <pc:sldChg chg="modNotesTx">
        <pc:chgData name="Nabarup Maity" userId="a9bc2b7f-3aa9-46e0-9a5f-ca95ef11b4d6" providerId="ADAL" clId="{07332517-3D08-4403-BB49-B3105D499CCD}" dt="2026-08-12T06:58:47.697" v="656" actId="6549"/>
        <pc:sldMkLst>
          <pc:docMk/>
          <pc:sldMk cId="0" sldId="268"/>
        </pc:sldMkLst>
      </pc:sldChg>
      <pc:sldChg chg="modNotesTx">
        <pc:chgData name="Nabarup Maity" userId="a9bc2b7f-3aa9-46e0-9a5f-ca95ef11b4d6" providerId="ADAL" clId="{07332517-3D08-4403-BB49-B3105D499CCD}" dt="2026-08-12T06:58:50.590" v="657" actId="6549"/>
        <pc:sldMkLst>
          <pc:docMk/>
          <pc:sldMk cId="0" sldId="269"/>
        </pc:sldMkLst>
      </pc:sldChg>
      <pc:sldChg chg="modNotesTx">
        <pc:chgData name="Nabarup Maity" userId="a9bc2b7f-3aa9-46e0-9a5f-ca95ef11b4d6" providerId="ADAL" clId="{07332517-3D08-4403-BB49-B3105D499CCD}" dt="2026-08-12T06:58:55.022" v="658" actId="6549"/>
        <pc:sldMkLst>
          <pc:docMk/>
          <pc:sldMk cId="0" sldId="270"/>
        </pc:sldMkLst>
      </pc:sldChg>
      <pc:sldChg chg="modNotesTx">
        <pc:chgData name="Nabarup Maity" userId="a9bc2b7f-3aa9-46e0-9a5f-ca95ef11b4d6" providerId="ADAL" clId="{07332517-3D08-4403-BB49-B3105D499CCD}" dt="2026-08-12T06:58:57.933" v="659" actId="6549"/>
        <pc:sldMkLst>
          <pc:docMk/>
          <pc:sldMk cId="0" sldId="271"/>
        </pc:sldMkLst>
      </pc:sldChg>
      <pc:sldChg chg="modNotesTx">
        <pc:chgData name="Nabarup Maity" userId="a9bc2b7f-3aa9-46e0-9a5f-ca95ef11b4d6" providerId="ADAL" clId="{07332517-3D08-4403-BB49-B3105D499CCD}" dt="2026-08-12T06:59:03.115" v="660" actId="20577"/>
        <pc:sldMkLst>
          <pc:docMk/>
          <pc:sldMk cId="0" sldId="272"/>
        </pc:sldMkLst>
      </pc:sldChg>
      <pc:sldChg chg="del">
        <pc:chgData name="Nabarup Maity" userId="a9bc2b7f-3aa9-46e0-9a5f-ca95ef11b4d6" providerId="ADAL" clId="{07332517-3D08-4403-BB49-B3105D499CCD}" dt="2026-08-12T05:21:53.685" v="645" actId="47"/>
        <pc:sldMkLst>
          <pc:docMk/>
          <pc:sldMk cId="0" sldId="274"/>
        </pc:sldMkLst>
      </pc:sldChg>
      <pc:sldChg chg="modNotesTx">
        <pc:chgData name="Nabarup Maity" userId="a9bc2b7f-3aa9-46e0-9a5f-ca95ef11b4d6" providerId="ADAL" clId="{07332517-3D08-4403-BB49-B3105D499CCD}" dt="2026-08-12T06:59:06.639" v="661" actId="6549"/>
        <pc:sldMkLst>
          <pc:docMk/>
          <pc:sldMk cId="0" sldId="275"/>
        </pc:sldMkLst>
      </pc:sldChg>
      <pc:sldChg chg="modSp mod modNotesTx">
        <pc:chgData name="Nabarup Maity" userId="a9bc2b7f-3aa9-46e0-9a5f-ca95ef11b4d6" providerId="ADAL" clId="{07332517-3D08-4403-BB49-B3105D499CCD}" dt="2026-08-12T06:59:10.068" v="662" actId="6549"/>
        <pc:sldMkLst>
          <pc:docMk/>
          <pc:sldMk cId="0" sldId="276"/>
        </pc:sldMkLst>
        <pc:spChg chg="mod">
          <ac:chgData name="Nabarup Maity" userId="a9bc2b7f-3aa9-46e0-9a5f-ca95ef11b4d6" providerId="ADAL" clId="{07332517-3D08-4403-BB49-B3105D499CCD}" dt="2026-08-12T04:18:40.471" v="476" actId="20577"/>
          <ac:spMkLst>
            <pc:docMk/>
            <pc:sldMk cId="0" sldId="276"/>
            <ac:spMk id="15" creationId="{00000000-0000-0000-0000-000000000000}"/>
          </ac:spMkLst>
        </pc:spChg>
      </pc:sldChg>
      <pc:sldChg chg="modNotesTx">
        <pc:chgData name="Nabarup Maity" userId="a9bc2b7f-3aa9-46e0-9a5f-ca95ef11b4d6" providerId="ADAL" clId="{07332517-3D08-4403-BB49-B3105D499CCD}" dt="2026-08-12T06:59:12.500" v="663" actId="6549"/>
        <pc:sldMkLst>
          <pc:docMk/>
          <pc:sldMk cId="0" sldId="277"/>
        </pc:sldMkLst>
      </pc:sldChg>
      <pc:sldChg chg="modSp mod modNotesTx">
        <pc:chgData name="Nabarup Maity" userId="a9bc2b7f-3aa9-46e0-9a5f-ca95ef11b4d6" providerId="ADAL" clId="{07332517-3D08-4403-BB49-B3105D499CCD}" dt="2026-08-12T03:31:36.443" v="279" actId="20577"/>
        <pc:sldMkLst>
          <pc:docMk/>
          <pc:sldMk cId="0" sldId="278"/>
        </pc:sldMkLst>
        <pc:spChg chg="mod">
          <ac:chgData name="Nabarup Maity" userId="a9bc2b7f-3aa9-46e0-9a5f-ca95ef11b4d6" providerId="ADAL" clId="{07332517-3D08-4403-BB49-B3105D499CCD}" dt="2026-08-06T10:03:09.980" v="111" actId="20577"/>
          <ac:spMkLst>
            <pc:docMk/>
            <pc:sldMk cId="0" sldId="278"/>
            <ac:spMk id="32" creationId="{00000000-0000-0000-0000-000000000000}"/>
          </ac:spMkLst>
        </pc:spChg>
      </pc:sldChg>
      <pc:sldChg chg="modSp mod modNotesTx">
        <pc:chgData name="Nabarup Maity" userId="a9bc2b7f-3aa9-46e0-9a5f-ca95ef11b4d6" providerId="ADAL" clId="{07332517-3D08-4403-BB49-B3105D499CCD}" dt="2026-08-12T06:59:19.559" v="664" actId="6549"/>
        <pc:sldMkLst>
          <pc:docMk/>
          <pc:sldMk cId="0" sldId="279"/>
        </pc:sldMkLst>
        <pc:spChg chg="mod">
          <ac:chgData name="Nabarup Maity" userId="a9bc2b7f-3aa9-46e0-9a5f-ca95ef11b4d6" providerId="ADAL" clId="{07332517-3D08-4403-BB49-B3105D499CCD}" dt="2026-08-12T04:19:17.508" v="479" actId="20577"/>
          <ac:spMkLst>
            <pc:docMk/>
            <pc:sldMk cId="0" sldId="279"/>
            <ac:spMk id="4" creationId="{00000000-0000-0000-0000-000000000000}"/>
          </ac:spMkLst>
        </pc:spChg>
      </pc:sldChg>
      <pc:sldChg chg="modSp mod">
        <pc:chgData name="Nabarup Maity" userId="a9bc2b7f-3aa9-46e0-9a5f-ca95ef11b4d6" providerId="ADAL" clId="{07332517-3D08-4403-BB49-B3105D499CCD}" dt="2026-08-06T08:48:18.656" v="39" actId="20577"/>
        <pc:sldMkLst>
          <pc:docMk/>
          <pc:sldMk cId="0" sldId="281"/>
        </pc:sldMkLst>
        <pc:spChg chg="mod">
          <ac:chgData name="Nabarup Maity" userId="a9bc2b7f-3aa9-46e0-9a5f-ca95ef11b4d6" providerId="ADAL" clId="{07332517-3D08-4403-BB49-B3105D499CCD}" dt="2026-08-06T08:48:18.656" v="39" actId="20577"/>
          <ac:spMkLst>
            <pc:docMk/>
            <pc:sldMk cId="0" sldId="281"/>
            <ac:spMk id="34" creationId="{00000000-0000-0000-0000-000000000000}"/>
          </ac:spMkLst>
        </pc:spChg>
      </pc:sldChg>
      <pc:sldChg chg="modSp mod modNotesTx">
        <pc:chgData name="Nabarup Maity" userId="a9bc2b7f-3aa9-46e0-9a5f-ca95ef11b4d6" providerId="ADAL" clId="{07332517-3D08-4403-BB49-B3105D499CCD}" dt="2026-08-12T06:59:24.789" v="665" actId="6549"/>
        <pc:sldMkLst>
          <pc:docMk/>
          <pc:sldMk cId="0" sldId="282"/>
        </pc:sldMkLst>
        <pc:spChg chg="mod">
          <ac:chgData name="Nabarup Maity" userId="a9bc2b7f-3aa9-46e0-9a5f-ca95ef11b4d6" providerId="ADAL" clId="{07332517-3D08-4403-BB49-B3105D499CCD}" dt="2026-08-06T10:04:11.072" v="132" actId="20577"/>
          <ac:spMkLst>
            <pc:docMk/>
            <pc:sldMk cId="0" sldId="282"/>
            <ac:spMk id="9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10:04:16.410" v="133"/>
          <ac:spMkLst>
            <pc:docMk/>
            <pc:sldMk cId="0" sldId="282"/>
            <ac:spMk id="14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10:04:19.125" v="134"/>
          <ac:spMkLst>
            <pc:docMk/>
            <pc:sldMk cId="0" sldId="282"/>
            <ac:spMk id="19" creationId="{00000000-0000-0000-0000-000000000000}"/>
          </ac:spMkLst>
        </pc:spChg>
      </pc:sldChg>
      <pc:sldChg chg="addSp delSp modSp mod">
        <pc:chgData name="Nabarup Maity" userId="a9bc2b7f-3aa9-46e0-9a5f-ca95ef11b4d6" providerId="ADAL" clId="{07332517-3D08-4403-BB49-B3105D499CCD}" dt="2026-08-12T05:21:29.184" v="644"/>
        <pc:sldMkLst>
          <pc:docMk/>
          <pc:sldMk cId="0" sldId="284"/>
        </pc:sldMkLst>
        <pc:spChg chg="mod">
          <ac:chgData name="Nabarup Maity" userId="a9bc2b7f-3aa9-46e0-9a5f-ca95ef11b4d6" providerId="ADAL" clId="{07332517-3D08-4403-BB49-B3105D499CCD}" dt="2026-08-12T04:01:34.609" v="450" actId="1076"/>
          <ac:spMkLst>
            <pc:docMk/>
            <pc:sldMk cId="0" sldId="284"/>
            <ac:spMk id="3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4:01:37.449" v="451" actId="1076"/>
          <ac:spMkLst>
            <pc:docMk/>
            <pc:sldMk cId="0" sldId="284"/>
            <ac:spMk id="4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08:59:25.716" v="40" actId="14100"/>
          <ac:spMkLst>
            <pc:docMk/>
            <pc:sldMk cId="0" sldId="284"/>
            <ac:spMk id="5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5:20:52.495" v="594" actId="20577"/>
          <ac:spMkLst>
            <pc:docMk/>
            <pc:sldMk cId="0" sldId="284"/>
            <ac:spMk id="6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08:59:27.956" v="41" actId="14100"/>
          <ac:spMkLst>
            <pc:docMk/>
            <pc:sldMk cId="0" sldId="284"/>
            <ac:spMk id="7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5:21:00.351" v="596" actId="20577"/>
          <ac:spMkLst>
            <pc:docMk/>
            <pc:sldMk cId="0" sldId="284"/>
            <ac:spMk id="8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06T08:59:30.071" v="42" actId="14100"/>
          <ac:spMkLst>
            <pc:docMk/>
            <pc:sldMk cId="0" sldId="284"/>
            <ac:spMk id="9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5:21:29.184" v="644"/>
          <ac:spMkLst>
            <pc:docMk/>
            <pc:sldMk cId="0" sldId="284"/>
            <ac:spMk id="10" creationId="{00000000-0000-0000-0000-000000000000}"/>
          </ac:spMkLst>
        </pc:spChg>
        <pc:spChg chg="add del mod">
          <ac:chgData name="Nabarup Maity" userId="a9bc2b7f-3aa9-46e0-9a5f-ca95ef11b4d6" providerId="ADAL" clId="{07332517-3D08-4403-BB49-B3105D499CCD}" dt="2026-08-12T05:20:28.655" v="559"/>
          <ac:spMkLst>
            <pc:docMk/>
            <pc:sldMk cId="0" sldId="284"/>
            <ac:spMk id="13" creationId="{EE4A8B3C-4608-A0AB-C4F1-EC1C94DE871F}"/>
          </ac:spMkLst>
        </pc:spChg>
      </pc:sldChg>
      <pc:sldChg chg="modSp mod">
        <pc:chgData name="Nabarup Maity" userId="a9bc2b7f-3aa9-46e0-9a5f-ca95ef11b4d6" providerId="ADAL" clId="{07332517-3D08-4403-BB49-B3105D499CCD}" dt="2026-08-12T04:01:21.727" v="449" actId="20577"/>
        <pc:sldMkLst>
          <pc:docMk/>
          <pc:sldMk cId="0" sldId="286"/>
        </pc:sldMkLst>
        <pc:spChg chg="mod">
          <ac:chgData name="Nabarup Maity" userId="a9bc2b7f-3aa9-46e0-9a5f-ca95ef11b4d6" providerId="ADAL" clId="{07332517-3D08-4403-BB49-B3105D499CCD}" dt="2026-08-12T04:01:16.585" v="447" actId="20577"/>
          <ac:spMkLst>
            <pc:docMk/>
            <pc:sldMk cId="0" sldId="286"/>
            <ac:spMk id="3" creationId="{00000000-0000-0000-0000-000000000000}"/>
          </ac:spMkLst>
        </pc:spChg>
        <pc:spChg chg="mod">
          <ac:chgData name="Nabarup Maity" userId="a9bc2b7f-3aa9-46e0-9a5f-ca95ef11b4d6" providerId="ADAL" clId="{07332517-3D08-4403-BB49-B3105D499CCD}" dt="2026-08-12T04:01:21.727" v="449" actId="20577"/>
          <ac:spMkLst>
            <pc:docMk/>
            <pc:sldMk cId="0" sldId="28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542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dirty="0"/>
              <a:t>Agentic AI  begins in Week 4 (Tool Use) and it only becomes a true multi-step agent in Week 6 with </a:t>
            </a:r>
            <a:r>
              <a:rPr lang="en-IN" b="0" dirty="0" err="1"/>
              <a:t>LangGraph</a:t>
            </a:r>
            <a:r>
              <a:rPr lang="en-IN" b="0" dirty="0"/>
              <a:t>. 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-&gt; Web demo start after this slide on </a:t>
            </a:r>
            <a:r>
              <a:rPr lang="en-US" dirty="0" err="1"/>
              <a:t>Openrouter</a:t>
            </a:r>
            <a:r>
              <a:rPr lang="en-US" dirty="0"/>
              <a:t> and setup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138160" y="-1280160"/>
            <a:ext cx="5669280" cy="5669280"/>
          </a:xfrm>
          <a:prstGeom prst="roundRect">
            <a:avLst>
              <a:gd name="adj" fmla="val 4839"/>
            </a:avLst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0F1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Engineering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788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Kickoff and Setup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361188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A component. By Week 7 we will have built an agent that retrieves docs, checks builds, queries deployments and writes release reports from a single question.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5120640"/>
            <a:ext cx="3108960" cy="0"/>
          </a:xfrm>
          <a:prstGeom prst="line">
            <a:avLst/>
          </a:prstGeom>
          <a:noFill/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66928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12, 2026</a:t>
            </a: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Facilitator: Nabarup Maity   ·   1 hour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16BC9-9006-E0D7-70E8-473C1DEE99C4}"/>
              </a:ext>
            </a:extLst>
          </p:cNvPr>
          <p:cNvSpPr txBox="1"/>
          <p:nvPr/>
        </p:nvSpPr>
        <p:spPr>
          <a:xfrm>
            <a:off x="3824573" y="6570138"/>
            <a:ext cx="685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*All </a:t>
            </a:r>
            <a:r>
              <a:rPr lang="en-US" sz="1200" dirty="0" err="1">
                <a:solidFill>
                  <a:schemeClr val="bg1"/>
                </a:solidFill>
              </a:rPr>
              <a:t>em</a:t>
            </a:r>
            <a:r>
              <a:rPr lang="en-US" sz="1200" dirty="0">
                <a:solidFill>
                  <a:schemeClr val="bg1"/>
                </a:solidFill>
              </a:rPr>
              <a:t>-dashes in these slides were human generated</a:t>
            </a:r>
            <a:endParaRPr lang="en-IN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 · 1 HOUR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hour goes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57839" cy="676656"/>
          </a:xfrm>
          <a:prstGeom prst="roundRect">
            <a:avLst>
              <a:gd name="adj" fmla="val 1351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86384" y="199339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86384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188366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04688" y="1883664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applied AI now and what changes for you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53167" y="1883664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615184"/>
            <a:ext cx="11057839" cy="676656"/>
          </a:xfrm>
          <a:prstGeom prst="roundRect">
            <a:avLst>
              <a:gd name="adj" fmla="val 1351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86384" y="2779776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86384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35608" y="267004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DevBuddy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504688" y="2670048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the repo and the architecture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53167" y="2670048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401568"/>
            <a:ext cx="11057839" cy="676656"/>
          </a:xfrm>
          <a:prstGeom prst="roundRect">
            <a:avLst>
              <a:gd name="adj" fmla="val 1351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86384" y="3566160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6384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35608" y="345643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work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04688" y="3456432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where the agent appears,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53167" y="3456432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187952"/>
            <a:ext cx="11057839" cy="676656"/>
          </a:xfrm>
          <a:prstGeom prst="roundRect">
            <a:avLst>
              <a:gd name="adj" fmla="val 1351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86384" y="4352544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86384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35608" y="424281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set up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504688" y="4242816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OpenRouter, live demo, verify your env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53167" y="4242816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974336"/>
            <a:ext cx="11057839" cy="676656"/>
          </a:xfrm>
          <a:prstGeom prst="roundRect">
            <a:avLst>
              <a:gd name="adj" fmla="val 1351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86384" y="5138928"/>
            <a:ext cx="457200" cy="457200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86384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35608" y="5029200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commitments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504688" y="5029200"/>
            <a:ext cx="47548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goals, topic vote, the final hackathon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53167" y="5029200"/>
            <a:ext cx="1097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and what changes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appetite is here. The bottleneck is moving.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APPLIED AI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becoming a core layer of every product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254600" cy="1691640"/>
          </a:xfrm>
          <a:prstGeom prst="roundRect">
            <a:avLst>
              <a:gd name="adj" fmla="val 540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22128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27048" y="2176272"/>
            <a:ext cx="402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core product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2852928"/>
            <a:ext cx="470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becoming a core layer of modern products. Not a side feature.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70168" y="1920240"/>
            <a:ext cx="5254600" cy="1691640"/>
          </a:xfrm>
          <a:prstGeom prst="roundRect">
            <a:avLst>
              <a:gd name="adj" fmla="val 540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44488" y="221284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30288" y="2176272"/>
            <a:ext cx="402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engineering skill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44488" y="2852928"/>
            <a:ext cx="470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LLMs, agents and AI workflows is now core engineering.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5254600" cy="1691640"/>
          </a:xfrm>
          <a:prstGeom prst="roundRect">
            <a:avLst>
              <a:gd name="adj" fmla="val 540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41248" y="41788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527048" y="4142232"/>
            <a:ext cx="402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an LLM call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" y="4818888"/>
            <a:ext cx="470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systems need memory, tools, retrieval, workflows and evals.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70168" y="3886200"/>
            <a:ext cx="5254600" cy="1691640"/>
          </a:xfrm>
          <a:prstGeom prst="roundRect">
            <a:avLst>
              <a:gd name="adj" fmla="val 540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44488" y="4178808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330288" y="4142232"/>
            <a:ext cx="402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opportunity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44488" y="4818888"/>
            <a:ext cx="470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edge today for engineers who ship AI into real products.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expensive step just moved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783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20 years writing code was the bottleneck. </a:t>
            </a:r>
            <a:r>
              <a:rPr lang="en-US" sz="19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typing is cheap and the cost moves to verifying, reviewing and grounding what AI produces.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3503066" cy="2606040"/>
          </a:xfrm>
          <a:prstGeom prst="roundRect">
            <a:avLst>
              <a:gd name="adj" fmla="val 350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9544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appetite is here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4343400"/>
            <a:ext cx="29544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“Demystifying AI” proved it. The next step </a:t>
            </a:r>
            <a:r>
              <a:rPr lang="en-US" sz="1300" dirty="0" err="1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isnot</a:t>
            </a: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more theory its building.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4314" y="2834640"/>
            <a:ext cx="3503066" cy="2606040"/>
          </a:xfrm>
          <a:prstGeom prst="roundRect">
            <a:avLst>
              <a:gd name="adj" fmla="val 350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8634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8634" y="3749040"/>
            <a:ext cx="29544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moves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8634" y="4343400"/>
            <a:ext cx="29544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Verification, review and grounding become the real work. </a:t>
            </a:r>
            <a:r>
              <a:rPr lang="en-US" sz="1300" dirty="0" err="1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Thats</a:t>
            </a: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we practise.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1701" y="2834640"/>
            <a:ext cx="3503066" cy="2606040"/>
          </a:xfrm>
          <a:prstGeom prst="roundRect">
            <a:avLst>
              <a:gd name="adj" fmla="val 350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96021" y="31089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96021" y="3749040"/>
            <a:ext cx="295442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touches everyone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6021" y="4343400"/>
            <a:ext cx="295442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Devs, QA and architects all wire AI into software now. A shared skill not a niche.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562356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instincts still optimise for the old bottleneck, you are optimising for the wrong thing.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Box 20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CONCRETELY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bolted on  vs  AI-first by default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300320" cy="3703320"/>
          </a:xfrm>
          <a:prstGeom prst="roundRect">
            <a:avLst>
              <a:gd name="adj" fmla="val 246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196596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3A22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BOLTED 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606040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‘with AI’ stapled onto a finished app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264408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replies a human reads and copies by hand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922776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contract, no evals, no cost visibility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41248" y="4581144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silently when the model drifts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24448" y="1737360"/>
            <a:ext cx="5300320" cy="3703320"/>
          </a:xfrm>
          <a:prstGeom prst="roundRect">
            <a:avLst>
              <a:gd name="adj" fmla="val 2469"/>
            </a:avLst>
          </a:prstGeom>
          <a:solidFill>
            <a:srgbClr val="16302B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598768" y="1965960"/>
            <a:ext cx="3017520" cy="502920"/>
          </a:xfrm>
          <a:prstGeom prst="roundRect">
            <a:avLst>
              <a:gd name="adj" fmla="val 18182"/>
            </a:avLst>
          </a:prstGeom>
          <a:solidFill>
            <a:srgbClr val="163A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98768" y="196596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BY DEFAULT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8768" y="2606040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designed component in the architecture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98768" y="3264408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an app consumes directly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98768" y="3922776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contract, evals, guardrails, cost tracking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98768" y="4581144"/>
            <a:ext cx="475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loudly and is caught like any dependency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66928" y="5577840"/>
            <a:ext cx="11057839" cy="566928"/>
          </a:xfrm>
          <a:prstGeom prst="roundRect">
            <a:avLst>
              <a:gd name="adj" fmla="val 16129"/>
            </a:avLst>
          </a:prstGeom>
          <a:solidFill>
            <a:srgbClr val="232F49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1248" y="5577840"/>
            <a:ext cx="1050919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operate:  </a:t>
            </a: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applied road — building WITH LLMs. Not the research road of creating or training them.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YOU · 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your instincts transfer directly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11057839" cy="667512"/>
          </a:xfrm>
          <a:prstGeom prst="roundRect">
            <a:avLst>
              <a:gd name="adj" fmla="val 1369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2011680"/>
            <a:ext cx="146304" cy="30175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5568" y="1828800"/>
            <a:ext cx="3840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&amp; retries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47488" y="1828800"/>
            <a:ext cx="6302959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fail, time out, hit rate limits — handle them like any external API.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606040"/>
            <a:ext cx="11057839" cy="667512"/>
          </a:xfrm>
          <a:prstGeom prst="roundRect">
            <a:avLst>
              <a:gd name="adj" fmla="val 1369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95528" y="2788920"/>
            <a:ext cx="146304" cy="30175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15568" y="2606040"/>
            <a:ext cx="3840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47488" y="2606040"/>
            <a:ext cx="6302959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debug what you can’t see. Trace every LLM, tool, and retrieval call.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383280"/>
            <a:ext cx="11057839" cy="667512"/>
          </a:xfrm>
          <a:prstGeom prst="roundRect">
            <a:avLst>
              <a:gd name="adj" fmla="val 1369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95528" y="3566160"/>
            <a:ext cx="146304" cy="30175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15568" y="3383280"/>
            <a:ext cx="3840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 &amp; versioning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7488" y="3383280"/>
            <a:ext cx="6302959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schema is your contract with the model. Version it.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11057839" cy="667512"/>
          </a:xfrm>
          <a:prstGeom prst="roundRect">
            <a:avLst>
              <a:gd name="adj" fmla="val 1369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95528" y="4343400"/>
            <a:ext cx="146304" cy="30175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115568" y="4160520"/>
            <a:ext cx="3840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CI/CD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47488" y="4160520"/>
            <a:ext cx="6302959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change is a code change. It goes through the same pipeline.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4937760"/>
            <a:ext cx="11057839" cy="667512"/>
          </a:xfrm>
          <a:prstGeom prst="roundRect">
            <a:avLst>
              <a:gd name="adj" fmla="val 1369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5528" y="5120640"/>
            <a:ext cx="146304" cy="30175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15568" y="4937760"/>
            <a:ext cx="384048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modelling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47488" y="4937760"/>
            <a:ext cx="6302959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 cost per token. $0.02 × 10k/day = $6k/month. Model it early.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Box 26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YOU · 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a few muscles are brand new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30032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" y="1938528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exact output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286000"/>
            <a:ext cx="475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ranges &amp; patterns — evals replace unit tests.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907792"/>
            <a:ext cx="530032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41248" y="3017520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by default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364992"/>
            <a:ext cx="475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Non-determinism by default. Manage variance, don’t eliminate it.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3986784"/>
            <a:ext cx="530032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4096512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live in your code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4443984"/>
            <a:ext cx="475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hide in the prompt, context, retrieval, model or parameters.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24448" y="1828800"/>
            <a:ext cx="530032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598768" y="1938528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expected input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98768" y="2286000"/>
            <a:ext cx="475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 adversarially — prompt injection is a real attack surface.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24448" y="2907792"/>
            <a:ext cx="530032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598768" y="3017520"/>
            <a:ext cx="47516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infrastructure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98768" y="3364992"/>
            <a:ext cx="47516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 </a:t>
            </a: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per-call, per-token. It scales with usage, not servers.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24448" y="3986784"/>
            <a:ext cx="5300320" cy="932688"/>
          </a:xfrm>
          <a:prstGeom prst="roundRect">
            <a:avLst>
              <a:gd name="adj" fmla="val 9804"/>
            </a:avLst>
          </a:prstGeom>
          <a:solidFill>
            <a:srgbClr val="241E1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98768" y="4096512"/>
            <a:ext cx="475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this question all series:
</a:t>
            </a:r>
            <a:r>
              <a:rPr lang="en-US" sz="13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change how I would approach a feature in my team?”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YOU JOIN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walk away able to do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254600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2039112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35608" y="1828800"/>
            <a:ext cx="415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 AI systems end to 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70168" y="1828800"/>
            <a:ext cx="5254600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44488" y="2039112"/>
            <a:ext cx="402336" cy="40233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644488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38848" y="1828800"/>
            <a:ext cx="415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AI engineering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5254600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841248" y="3044952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41248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35608" y="2834640"/>
            <a:ext cx="415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systems, not prompts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70168" y="2834640"/>
            <a:ext cx="5254600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644488" y="3044952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44488" y="30449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38848" y="2834640"/>
            <a:ext cx="415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patterns &amp; architectures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5254600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1248" y="4050792"/>
            <a:ext cx="402336" cy="402336"/>
          </a:xfrm>
          <a:prstGeom prst="ellipse">
            <a:avLst/>
          </a:prstGeom>
          <a:solidFill>
            <a:srgbClr val="C084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124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35608" y="3840480"/>
            <a:ext cx="415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Hands-on, implementation first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70168" y="3840480"/>
            <a:ext cx="5254600" cy="822960"/>
          </a:xfrm>
          <a:prstGeom prst="roundRect">
            <a:avLst>
              <a:gd name="adj" fmla="val 11111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644488" y="4050792"/>
            <a:ext cx="402336" cy="402336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64448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38848" y="3840480"/>
            <a:ext cx="415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ahead in applied AI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6928" y="4892040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86968" y="4892040"/>
            <a:ext cx="1041775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 builds to a final hackathon.  </a:t>
            </a: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and pitch your own AI system, built on everything from Weeks 1–7.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Box 32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DEVBUDDY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&amp; the repo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in. One structured, grounded report out.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 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DevBuddy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2240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answers engineering questions using </a:t>
            </a: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tools and data</a:t>
            </a:r>
            <a:r>
              <a:rPr lang="en-US" sz="2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3200400"/>
            <a:ext cx="2167128" cy="566928"/>
          </a:xfrm>
          <a:prstGeom prst="roundRect">
            <a:avLst>
              <a:gd name="adj" fmla="val 50000"/>
            </a:avLst>
          </a:prstGeom>
          <a:solidFill>
            <a:srgbClr val="1B2437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21671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docs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62656" y="3200400"/>
            <a:ext cx="2761488" cy="566928"/>
          </a:xfrm>
          <a:prstGeom prst="roundRect">
            <a:avLst>
              <a:gd name="adj" fmla="val 50000"/>
            </a:avLst>
          </a:prstGeom>
          <a:solidFill>
            <a:srgbClr val="1B2437"/>
          </a:solidFill>
          <a:ln w="158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62656" y="3200400"/>
            <a:ext cx="2761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build status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52744" y="3200400"/>
            <a:ext cx="2761488" cy="566928"/>
          </a:xfrm>
          <a:prstGeom prst="roundRect">
            <a:avLst>
              <a:gd name="adj" fmla="val 50000"/>
            </a:avLst>
          </a:prstGeom>
          <a:solidFill>
            <a:srgbClr val="1B2437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52744" y="3200400"/>
            <a:ext cx="27614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deployments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42832" y="3200400"/>
            <a:ext cx="3118104" cy="566928"/>
          </a:xfrm>
          <a:prstGeom prst="roundRect">
            <a:avLst>
              <a:gd name="adj" fmla="val 50000"/>
            </a:avLst>
          </a:prstGeom>
          <a:solidFill>
            <a:srgbClr val="1B2437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942832" y="3200400"/>
            <a:ext cx="3118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release reports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4206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“Is authentication service ready for v2.1?”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692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in → one structured, grounded, verifiable report out.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5486400"/>
            <a:ext cx="11057839" cy="640080"/>
          </a:xfrm>
          <a:prstGeom prst="roundRect">
            <a:avLst>
              <a:gd name="adj" fmla="val 14286"/>
            </a:avLst>
          </a:prstGeom>
          <a:solidFill>
            <a:srgbClr val="241E10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5486400"/>
            <a:ext cx="105091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 </a:t>
            </a: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make the LLM behave like a software component, not a conversation partner.</a:t>
            </a:r>
            <a:endParaRPr lang="en-US" sz="1500" dirty="0"/>
          </a:p>
        </p:txBody>
      </p:sp>
      <p:sp>
        <p:nvSpPr>
          <p:cNvPr id="18" name="TextBox 17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 ROOM, ON PURPOSE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to build, whatever your discipline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3503066" cy="3383280"/>
          </a:xfrm>
          <a:prstGeom prst="roundRect">
            <a:avLst>
              <a:gd name="adj" fmla="val 270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952701" y="2286000"/>
            <a:ext cx="731520" cy="7315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952701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3200400"/>
            <a:ext cx="29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295442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features on top of the agent - structured output, tools, workflows.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4314" y="1965960"/>
            <a:ext cx="3503066" cy="3383280"/>
          </a:xfrm>
          <a:prstGeom prst="roundRect">
            <a:avLst>
              <a:gd name="adj" fmla="val 270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730088" y="2286000"/>
            <a:ext cx="731520" cy="7315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730088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8634" y="3200400"/>
            <a:ext cx="29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8634" y="3749040"/>
            <a:ext cx="295442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test generation and build evals that judge non-deterministic output.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21701" y="1965960"/>
            <a:ext cx="3503066" cy="3383280"/>
          </a:xfrm>
          <a:prstGeom prst="roundRect">
            <a:avLst>
              <a:gd name="adj" fmla="val 270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9507474" y="2286000"/>
            <a:ext cx="731520" cy="7315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507474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96021" y="3200400"/>
            <a:ext cx="295442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96021" y="3749040"/>
            <a:ext cx="295442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integration patterns - MCP, orchestration, guardrails, cost controls.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562356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repo. Same architecture. Different questions you’ll each want answered.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COMPONENTS · PRODUCTION-STANDARD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repo, built like we ship to clients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1248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— src/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3774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 (Wk 1)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47288" y="23774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schemas.py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447288" y="2651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I/O (Wk 2)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072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rag.py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346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 ground (Wk 3)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47288" y="307238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47288" y="33467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calls (Wk 4)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37673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mcp_server.py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1248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tools (Wk 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47288" y="376732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47288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(Wk 6)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" y="44622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4736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safety (Wk 7)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47288" y="44622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cost_tracker.py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47288" y="47365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&amp; $ (Wk 7)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" y="51572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tracing.py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1248" y="5431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(Wk 7)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47288" y="51572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verification.py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47288" y="5431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smoke test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27648" y="1828800"/>
            <a:ext cx="5297119" cy="4114800"/>
          </a:xfrm>
          <a:prstGeom prst="roundRect">
            <a:avLst>
              <a:gd name="adj" fmla="val 2222"/>
            </a:avLst>
          </a:prstGeom>
          <a:solidFill>
            <a:srgbClr val="14233A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601968" y="1965960"/>
            <a:ext cx="474847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standards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601968" y="2414016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49440" y="2340864"/>
            <a:ext cx="43827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2615184"/>
            <a:ext cx="4382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reproducible env &amp; installs — the modern pip/venv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01968" y="2994660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949440" y="2921508"/>
            <a:ext cx="43827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949440" y="3195828"/>
            <a:ext cx="4382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deps &amp; config; extras per week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01968" y="3575304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949440" y="3502152"/>
            <a:ext cx="43827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/ run.py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49440" y="3776472"/>
            <a:ext cx="4382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command: make install · make run · make test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01968" y="4155948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949440" y="4082796"/>
            <a:ext cx="43827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Node.js parity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49440" y="4357116"/>
            <a:ext cx="4382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blueprints; Java lands Week 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01968" y="4736592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949440" y="4663440"/>
            <a:ext cx="43827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+ tested + evaluated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49440" y="4937760"/>
            <a:ext cx="4382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Pydantic/Zod, tests, Promptfoo evals from day one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601968" y="5317236"/>
            <a:ext cx="219456" cy="21945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949440" y="5244084"/>
            <a:ext cx="43827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.env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49440" y="5518404"/>
            <a:ext cx="438271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committed; cost &amp; tracing on from call one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9" name="TextBox 48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STATE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we’re building toward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754880" y="169164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1B2437"/>
          </a:solidFill>
          <a:ln w="15875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0" y="17647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46320" y="20208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“Ready for v2.1?”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2395728"/>
            <a:ext cx="256032" cy="274320"/>
          </a:xfrm>
          <a:prstGeom prst="downArrow">
            <a:avLst/>
          </a:prstGeom>
          <a:solidFill>
            <a:srgbClr val="9AA7B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34840" y="274320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2437"/>
          </a:solidFill>
          <a:ln w="15875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26280" y="2816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Orchestrator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26280" y="30723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plans the steps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2437"/>
          </a:solidFill>
          <a:ln w="1587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71600" y="4352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retrieve &amp; ground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2437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800600" y="3959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00600" y="4352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call real APIs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388620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2437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229600" y="3959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0" y="43525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typed &amp; validated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50749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2437"/>
          </a:solidFill>
          <a:ln w="15875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834640" y="5148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34640" y="54041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shared tool layer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507492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1B2437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309360" y="5148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· Cost · Tracing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309360" y="540410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 · production rigor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598932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B2437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46320" y="6062472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653796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is one week. Each imports the last — the repo grows, it never restarts.</a:t>
            </a:r>
            <a:endParaRPr lang="en-US"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CODE GROWS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module is built, it’s imported — never copied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21408" y="1874520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04288" y="187452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src/llm.py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41848" y="1874520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— one LLM call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2478024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2478024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21408" y="2478024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04288" y="2478024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schemas.py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41848" y="2478024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(typed output)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3081528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6928" y="3081528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121408" y="3081528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304288" y="3081528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rag.py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41848" y="3081528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(retrieval)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3685032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" y="3685032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121408" y="3685032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304288" y="3685032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tools.py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41848" y="3685032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(function calls)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66928" y="4288536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C084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66928" y="4288536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121408" y="4288536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304288" y="4288536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mcp_server.py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41848" y="4288536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(shared tools)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4892040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66928" y="4892040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21408" y="4892040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304288" y="4892040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71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agent.py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41848" y="4892040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(imports everything)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566928" y="5495544"/>
            <a:ext cx="1371600" cy="493776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66928" y="5495544"/>
            <a:ext cx="1371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121408" y="5495544"/>
            <a:ext cx="3291840" cy="493776"/>
          </a:xfrm>
          <a:prstGeom prst="roundRect">
            <a:avLst>
              <a:gd name="adj" fmla="val 18519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304288" y="5495544"/>
            <a:ext cx="30175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guardrails/cost/tracing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41848" y="5495544"/>
            <a:ext cx="5120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WORK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agency &amp; scope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weeks. One product. Level 2 is the gate.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7-WEEK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built one capability at a time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component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70132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170132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70132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61572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Prompts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61572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LLM failures; typed JSON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61572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73337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773337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773337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64777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RAG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64777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+ long-term; grounding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64777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76541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376541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376541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67981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7981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parallel calls, at scale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67981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79746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979746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979746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71186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71186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tool layer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071186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82950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582950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582950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74390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74390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74390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10186155" y="2011680"/>
            <a:ext cx="1438612" cy="3383280"/>
          </a:xfrm>
          <a:prstGeom prst="roundRect">
            <a:avLst>
              <a:gd name="adj" fmla="val 6356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0186155" y="2011680"/>
            <a:ext cx="1438612" cy="457200"/>
          </a:xfrm>
          <a:prstGeom prst="roundRect">
            <a:avLst>
              <a:gd name="adj" fmla="val 16000"/>
            </a:avLst>
          </a:prstGeom>
          <a:solidFill>
            <a:srgbClr val="C084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0186155" y="2011680"/>
            <a:ext cx="14386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277595" y="2651760"/>
            <a:ext cx="12557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&amp; Guardrails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77595" y="3886200"/>
            <a:ext cx="12557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client-ready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277595" y="5029200"/>
            <a:ext cx="12557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17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66928" y="566928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→ Week 1.  </a:t>
            </a: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3–7 are led by rotating moderators across the team.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READ THIS TWICE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in. What’s out.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5300320" cy="4297680"/>
          </a:xfrm>
          <a:prstGeom prst="roundRect">
            <a:avLst>
              <a:gd name="adj" fmla="val 2128"/>
            </a:avLst>
          </a:prstGeom>
          <a:solidFill>
            <a:srgbClr val="12302B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86968" y="2011680"/>
            <a:ext cx="466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260604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applications WITH LLMs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315468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outputs, RAG, tool use, MCP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370332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agents &amp; orchestration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425196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Guardrails, evals, cost &amp; tracing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86968" y="480060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framework: LangChain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86968" y="534924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Node.js (Java arrives Week 4)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24448" y="1783080"/>
            <a:ext cx="5300320" cy="4297680"/>
          </a:xfrm>
          <a:prstGeom prst="roundRect">
            <a:avLst>
              <a:gd name="adj" fmla="val 2128"/>
            </a:avLst>
          </a:prstGeom>
          <a:solidFill>
            <a:srgbClr val="331E24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644488" y="2011680"/>
            <a:ext cx="466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4488" y="260604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or training LLMs from scratch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44488" y="315468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model internals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44488" y="370332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Prompt-engineering tips in isolation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44488" y="425196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every framework — we pick 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44488" y="480060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deployment / MLOps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44488" y="5349240"/>
            <a:ext cx="466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math or research papers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23" name="TextBox 22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SESSION RUNS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by default, led by a rotating moderator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is shaped the same way: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94560"/>
            <a:ext cx="2156704" cy="777240"/>
          </a:xfrm>
          <a:prstGeom prst="roundRect">
            <a:avLst>
              <a:gd name="adj" fmla="val 7059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21567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
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78496" y="2194560"/>
            <a:ext cx="6026948" cy="777240"/>
          </a:xfrm>
          <a:prstGeom prst="roundRect">
            <a:avLst>
              <a:gd name="adj" fmla="val 7059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78496" y="2194560"/>
            <a:ext cx="60269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
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860307" y="2194560"/>
            <a:ext cx="2709596" cy="777240"/>
          </a:xfrm>
          <a:prstGeom prst="roundRect">
            <a:avLst>
              <a:gd name="adj" fmla="val 7059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860307" y="2194560"/>
            <a:ext cx="27095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
</a:t>
            </a:r>
            <a:r>
              <a:rPr lang="en-US" sz="1200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474720"/>
            <a:ext cx="3503066" cy="2468880"/>
          </a:xfrm>
          <a:prstGeom prst="roundRect">
            <a:avLst>
              <a:gd name="adj" fmla="val 37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41248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4343400"/>
            <a:ext cx="29544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Moderator rotation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4937760"/>
            <a:ext cx="29544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engineer leads each week (Weeks 3–7). 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4314" y="3474720"/>
            <a:ext cx="3503066" cy="2468880"/>
          </a:xfrm>
          <a:prstGeom prst="roundRect">
            <a:avLst>
              <a:gd name="adj" fmla="val 37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8634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18634" y="4343400"/>
            <a:ext cx="29544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will break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8634" y="4937760"/>
            <a:ext cx="29544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show AI failing on purpose, then fix it live. Watching the failure is the lesson.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21701" y="3474720"/>
            <a:ext cx="3503066" cy="2468880"/>
          </a:xfrm>
          <a:prstGeom prst="roundRect">
            <a:avLst>
              <a:gd name="adj" fmla="val 37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396021" y="3749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396021" y="4343400"/>
            <a:ext cx="29544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runbook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96021" y="4937760"/>
            <a:ext cx="295442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capture decisions, gotchas, and ADRs in the repo so the whole cohort learns once.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SET 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Keys, demo &amp; your environment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block your setup is verified.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— ONE SET OF CHOICES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Boring, shared tools so we focus on ideas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213055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15568" y="2002536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2331720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— one key, any model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70168" y="1874520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98768" y="2130552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918808" y="2002536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model option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18808" y="2331720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GPT-OSS-120B (free keys)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944368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95528" y="3200400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15568" y="3072384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401568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70168" y="2944368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98768" y="3200400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18808" y="3072384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18808" y="3401568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Node.js (Java from Wk 4)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014216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95528" y="42702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15568" y="4142232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4471416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(Py) · Zod (Node)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70168" y="4014216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98768" y="4270248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918808" y="4142232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18808" y="4471416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sentence-transformers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5084064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0" name="Shape 28"/>
          <p:cNvSpPr/>
          <p:nvPr/>
        </p:nvSpPr>
        <p:spPr>
          <a:xfrm>
            <a:off x="795528" y="534009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115568" y="5212080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5541264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(** need to be finalized)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70168" y="5084064"/>
            <a:ext cx="5254600" cy="932688"/>
          </a:xfrm>
          <a:prstGeom prst="roundRect">
            <a:avLst>
              <a:gd name="adj" fmla="val 980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598768" y="5340096"/>
            <a:ext cx="146304" cy="42062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918808" y="5212080"/>
            <a:ext cx="452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18808" y="5541264"/>
            <a:ext cx="452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· pyproject.toml · Makefile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9" name="TextBox 38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TO EVERY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setup: one key, any model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Hugging Face for hosted models: sign up once, get a key, pick a model by its string. I’ll do this live.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40280"/>
            <a:ext cx="2558720" cy="2148840"/>
          </a:xfrm>
          <a:prstGeom prst="roundRect">
            <a:avLst>
              <a:gd name="adj" fmla="val 425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246888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552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95528" y="310896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520440"/>
            <a:ext cx="210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openrouter.ai and create a free account.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99968" y="2240280"/>
            <a:ext cx="2558720" cy="2148840"/>
          </a:xfrm>
          <a:prstGeom prst="roundRect">
            <a:avLst>
              <a:gd name="adj" fmla="val 425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28568" y="246888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2856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8568" y="310896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API key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28568" y="3520440"/>
            <a:ext cx="210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→ Create Key → copy the sk-or-…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3008" y="2240280"/>
            <a:ext cx="2558720" cy="2148840"/>
          </a:xfrm>
          <a:prstGeom prst="roundRect">
            <a:avLst>
              <a:gd name="adj" fmla="val 425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61608" y="246888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46160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1608" y="310896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61608" y="3520440"/>
            <a:ext cx="210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Models, copy the string (e.g. openai/gpt-4o-mini).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66047" y="2240280"/>
            <a:ext cx="2558720" cy="2148840"/>
          </a:xfrm>
          <a:prstGeom prst="roundRect">
            <a:avLst>
              <a:gd name="adj" fmla="val 4255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294647" y="246888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294647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94647" y="3108960"/>
            <a:ext cx="210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.env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294647" y="3520440"/>
            <a:ext cx="210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OPENROUTER_API_KEY + DEVBUDDY_MODEL. Done.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5720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07101F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41248" y="470916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python/.env
</a:t>
            </a: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OPENROUTER_API_KEY=</a:t>
            </a:r>
            <a:r>
              <a:rPr lang="en-US" sz="130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sk-or-xxxxxxxx
</a:t>
            </a:r>
            <a:r>
              <a:rPr lang="en-US" sz="13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DEVBUDDY_MODEL=</a:t>
            </a:r>
            <a:r>
              <a:rPr lang="en-US" sz="13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openai/gpt-4o-mini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67728" y="4572000"/>
            <a:ext cx="4657039" cy="1371600"/>
          </a:xfrm>
          <a:prstGeom prst="roundRect">
            <a:avLst>
              <a:gd name="adj" fmla="val 6667"/>
            </a:avLst>
          </a:prstGeom>
          <a:solidFill>
            <a:srgbClr val="241E10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242048" y="4572000"/>
            <a:ext cx="4108399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models by changing one string.  </a:t>
            </a:r>
            <a:r>
              <a:rPr lang="en-US" sz="12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Free/cheap to start: try google/gemini-2.5-flash-lite or a Groq free model. Never commit .env.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2" name="TextBox 31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software component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66928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verification.py — a microcosm of the whole product.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788920"/>
            <a:ext cx="6400800" cy="3200400"/>
          </a:xfrm>
          <a:prstGeom prst="roundRect">
            <a:avLst>
              <a:gd name="adj" fmla="val 2857"/>
            </a:avLst>
          </a:prstGeom>
          <a:solidFill>
            <a:srgbClr val="07101F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3017520"/>
            <a:ext cx="146304" cy="146304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24128" y="3017520"/>
            <a:ext cx="146304" cy="146304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252728" y="3017520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41248" y="3383280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run
</a:t>
            </a:r>
            <a:r>
              <a:rPr lang="en-US" sz="1250" dirty="0">
                <a:solidFill>
                  <a:srgbClr val="9AA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[1/3] Checking: auth-service...
</a:t>
            </a:r>
            <a:r>
              <a:rPr lang="en-US" sz="12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    passing
</a:t>
            </a:r>
            <a:r>
              <a:rPr lang="en-US" sz="1250" dirty="0">
                <a:solidFill>
                  <a:srgbClr val="E8ED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Confidence: 20%
</a:t>
            </a:r>
            <a:r>
              <a:rPr lang="en-US" sz="1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      BuildCheck  ← typed object,
              not a string!
</a:t>
            </a:r>
            <a:r>
              <a:rPr lang="en-US" sz="12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✓ VERIFICATION PASSED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33488" y="27889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three things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33488" y="333756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33488" y="3337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90688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 object, not prose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90688" y="35844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returns a BuildCheck an app can use directly.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33488" y="420624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33488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90688" y="4160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confidence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90688" y="445312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CI, so it says 20% — the schema forces the admission.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33488" y="5074920"/>
            <a:ext cx="292608" cy="292608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33488" y="5074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90688" y="5029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printed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90688" y="532180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has a price. We see it from day one.</a:t>
            </a:r>
            <a:endParaRPr lang="en-US" sz="1150" dirty="0"/>
          </a:p>
        </p:txBody>
      </p:sp>
      <p:sp>
        <p:nvSpPr>
          <p:cNvPr id="24" name="TextBox 23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DO THIS BEFORE YOU LEAVE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to a verified environment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2558720" cy="2743200"/>
          </a:xfrm>
          <a:prstGeom prst="roundRect">
            <a:avLst>
              <a:gd name="adj" fmla="val 357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5528" y="2148840"/>
            <a:ext cx="502920" cy="50292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9552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95528" y="2788920"/>
            <a:ext cx="210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&amp; clone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5528" y="3291840"/>
            <a:ext cx="2101520" cy="640080"/>
          </a:xfrm>
          <a:prstGeom prst="roundRect">
            <a:avLst>
              <a:gd name="adj" fmla="val 8571"/>
            </a:avLst>
          </a:prstGeom>
          <a:solidFill>
            <a:srgbClr val="071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86968" y="3291840"/>
            <a:ext cx="191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fork org/devbuddy --clone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5528" y="4023360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cd into python/ (or nodejs/)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99968" y="1920240"/>
            <a:ext cx="2558720" cy="2743200"/>
          </a:xfrm>
          <a:prstGeom prst="roundRect">
            <a:avLst>
              <a:gd name="adj" fmla="val 357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28568" y="214884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2856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28568" y="2788920"/>
            <a:ext cx="210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28568" y="3291840"/>
            <a:ext cx="2101520" cy="640080"/>
          </a:xfrm>
          <a:prstGeom prst="roundRect">
            <a:avLst>
              <a:gd name="adj" fmla="val 8571"/>
            </a:avLst>
          </a:prstGeom>
          <a:solidFill>
            <a:srgbClr val="071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720008" y="3291840"/>
            <a:ext cx="191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install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28568" y="4023360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uv — venv + deps + .env in 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3008" y="1920240"/>
            <a:ext cx="2558720" cy="2743200"/>
          </a:xfrm>
          <a:prstGeom prst="roundRect">
            <a:avLst>
              <a:gd name="adj" fmla="val 357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61608" y="214884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61608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61608" y="2788920"/>
            <a:ext cx="210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key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61608" y="3291840"/>
            <a:ext cx="2101520" cy="640080"/>
          </a:xfrm>
          <a:prstGeom prst="roundRect">
            <a:avLst>
              <a:gd name="adj" fmla="val 8571"/>
            </a:avLst>
          </a:prstGeom>
          <a:solidFill>
            <a:srgbClr val="071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53048" y="3291840"/>
            <a:ext cx="191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python/.env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61608" y="4023360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OPENROUTER_API_KEY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66047" y="1920240"/>
            <a:ext cx="2558720" cy="2743200"/>
          </a:xfrm>
          <a:prstGeom prst="roundRect">
            <a:avLst>
              <a:gd name="adj" fmla="val 3574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294647" y="2148840"/>
            <a:ext cx="502920" cy="50292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294647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94647" y="2788920"/>
            <a:ext cx="210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294647" y="3291840"/>
            <a:ext cx="2101520" cy="640080"/>
          </a:xfrm>
          <a:prstGeom prst="roundRect">
            <a:avLst>
              <a:gd name="adj" fmla="val 8571"/>
            </a:avLst>
          </a:prstGeom>
          <a:solidFill>
            <a:srgbClr val="0710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9386087" y="3291840"/>
            <a:ext cx="191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94647" y="4023360"/>
            <a:ext cx="210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 ✓ VERIFICATION PASSED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6928" y="4937760"/>
            <a:ext cx="11057839" cy="1005840"/>
          </a:xfrm>
          <a:prstGeom prst="roundRect">
            <a:avLst>
              <a:gd name="adj" fmla="val 9091"/>
            </a:avLst>
          </a:prstGeom>
          <a:solidFill>
            <a:srgbClr val="232F49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41248" y="4937760"/>
            <a:ext cx="10509199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make / can’t set up locally?  </a:t>
            </a:r>
            <a:r>
              <a:rPr lang="en-US" sz="13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python install.py  then  python run.py  </a:t>
            </a: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Post in (**Teams channel name**)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7" name="TextBox 36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before you walk out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1248" y="2148840"/>
            <a:ext cx="640080" cy="64008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55648" y="2011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post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56048" y="2011680"/>
            <a:ext cx="639439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demo and post your output to #devbuddy-series(teams channel) within 48h — with one line: “I want DevBuddy to help me with ___.” ***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3108960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41248" y="3383280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41248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755648" y="32461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on topics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956048" y="3246120"/>
            <a:ext cx="639439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appetite poll is live. Tell us what you most want to go deep on. ***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343400"/>
            <a:ext cx="11057839" cy="1097280"/>
          </a:xfrm>
          <a:prstGeom prst="roundRect">
            <a:avLst>
              <a:gd name="adj" fmla="val 8333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41248" y="4617720"/>
            <a:ext cx="640080" cy="64008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" y="4617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17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55648" y="44805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956048" y="4480560"/>
            <a:ext cx="639439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5000"/>
              </a:lnSpc>
            </a:pPr>
            <a:r>
              <a:rPr lang="en-US" sz="135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moderators for Weeks 3–7. Leading a week is the fastest path to Level 3. ***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76127" y="643737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840480"/>
            <a:ext cx="3291840" cy="3291840"/>
          </a:xfrm>
          <a:prstGeom prst="ellipse">
            <a:avLst/>
          </a:prstGeom>
          <a:solidFill>
            <a:srgbClr val="0F1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2944368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&amp; COMMITMENTS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44368" y="2697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commitments — and the finale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962656" y="3794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vote, volunteer — then the final hackathon.</a:t>
            </a:r>
            <a:endParaRPr lang="en-US" sz="1500" dirty="0"/>
          </a:p>
        </p:txBody>
      </p:sp>
      <p:sp>
        <p:nvSpPr>
          <p:cNvPr id="8" name="TextBox 7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68096" y="402336"/>
            <a:ext cx="9144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ALL LEADS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builds to a hackathon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week is a building block. The finale: ship and pitch your own AI system.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288036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841248" y="3154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41248" y="3794760"/>
            <a:ext cx="29544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your repo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4343400"/>
            <a:ext cx="29544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modules from Weeks 1–7 — no starting from scratch.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4314" y="288036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18634" y="3154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18634" y="3794760"/>
            <a:ext cx="29544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problem, your team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8634" y="4343400"/>
            <a:ext cx="29544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real engineering problem worth solving with AI.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1701" y="2880360"/>
            <a:ext cx="3503066" cy="2286000"/>
          </a:xfrm>
          <a:prstGeom prst="roundRect">
            <a:avLst>
              <a:gd name="adj" fmla="val 4000"/>
            </a:avLst>
          </a:prstGeom>
          <a:solidFill>
            <a:srgbClr val="1B2437"/>
          </a:solidFill>
          <a:ln w="12700">
            <a:solidFill>
              <a:srgbClr val="2C3A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396021" y="315468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396021" y="3794760"/>
            <a:ext cx="295442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pitch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6021" y="4343400"/>
            <a:ext cx="295442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 working system and defend your architecture.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5440680"/>
            <a:ext cx="11057839" cy="731520"/>
          </a:xfrm>
          <a:prstGeom prst="roundRect">
            <a:avLst>
              <a:gd name="adj" fmla="val 12500"/>
            </a:avLst>
          </a:prstGeom>
          <a:solidFill>
            <a:srgbClr val="241E10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86968" y="5440680"/>
            <a:ext cx="1041775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Level 3 by the finale.  </a:t>
            </a:r>
            <a:r>
              <a:rPr lang="en-US" sz="15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is where Architect-level work gets built and judged.</a:t>
            </a:r>
            <a:endParaRPr lang="en-US"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6928" y="548640"/>
            <a:ext cx="128016" cy="128016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4192" y="466344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spc="200" dirty="0">
                <a:solidFill>
                  <a:srgbClr val="2DD4BF"/>
                </a:solidFill>
                <a:latin typeface="Calibri"/>
              </a:rPr>
              <a:t>AI-FIRST ENGINEERING</a:t>
            </a:r>
            <a:r>
              <a:rPr lang="en-IN" sz="1200" b="1" spc="200" dirty="0">
                <a:solidFill>
                  <a:srgbClr val="2DD4BF"/>
                </a:solidFill>
                <a:latin typeface="Calibri"/>
              </a:rPr>
              <a:t> · OUR CHANNEL</a:t>
            </a:r>
            <a:endParaRPr sz="1200" b="1" spc="200" dirty="0">
              <a:solidFill>
                <a:srgbClr val="2DD4B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822960"/>
            <a:ext cx="109728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dirty="0">
                <a:solidFill>
                  <a:srgbClr val="E8EDF4"/>
                </a:solidFill>
                <a:latin typeface="Calibri"/>
              </a:rPr>
              <a:t>Post your query and share the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11058144" cy="530352"/>
          </a:xfrm>
          <a:prstGeom prst="roundRect">
            <a:avLst/>
          </a:prstGeom>
          <a:solidFill>
            <a:srgbClr val="1B2437"/>
          </a:solidFill>
          <a:ln w="12700">
            <a:solidFill>
              <a:srgbClr val="2C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dirty="0">
                <a:solidFill>
                  <a:srgbClr val="E8EDF4"/>
                </a:solidFill>
                <a:latin typeface="Segoe UI Emoj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783080"/>
            <a:ext cx="99608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EDF4"/>
                </a:solidFill>
                <a:latin typeface="Calibri"/>
              </a:rPr>
              <a:t>Share what we discover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04872"/>
            <a:ext cx="11058144" cy="530352"/>
          </a:xfrm>
          <a:prstGeom prst="roundRect">
            <a:avLst/>
          </a:prstGeom>
          <a:solidFill>
            <a:srgbClr val="1B2437"/>
          </a:solidFill>
          <a:ln w="12700">
            <a:solidFill>
              <a:srgbClr val="2C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404872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E8EDF4"/>
                </a:solidFill>
                <a:latin typeface="Segoe UI Emoji"/>
              </a:rPr>
              <a:t>🛠️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404872"/>
            <a:ext cx="99608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EDF4"/>
                </a:solidFill>
                <a:latin typeface="Calibri"/>
              </a:rPr>
              <a:t>Share experiments, code and useful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026664"/>
            <a:ext cx="11058144" cy="530352"/>
          </a:xfrm>
          <a:prstGeom prst="roundRect">
            <a:avLst/>
          </a:prstGeom>
          <a:solidFill>
            <a:srgbClr val="1B2437"/>
          </a:solidFill>
          <a:ln w="12700">
            <a:solidFill>
              <a:srgbClr val="2C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26664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E8EDF4"/>
                </a:solidFill>
                <a:latin typeface="Segoe UI Emoji"/>
              </a:rP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026664"/>
            <a:ext cx="99608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EDF4"/>
                </a:solidFill>
                <a:latin typeface="Calibri"/>
              </a:rPr>
              <a:t>Ask questions and help each 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48456"/>
            <a:ext cx="11058144" cy="530352"/>
          </a:xfrm>
          <a:prstGeom prst="roundRect">
            <a:avLst/>
          </a:prstGeom>
          <a:solidFill>
            <a:srgbClr val="1B2437"/>
          </a:solidFill>
          <a:ln w="12700">
            <a:solidFill>
              <a:srgbClr val="2C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648456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E8EDF4"/>
                </a:solidFill>
                <a:latin typeface="Segoe UI Emoji"/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648456"/>
            <a:ext cx="99608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EDF4"/>
                </a:solidFill>
                <a:latin typeface="Calibri"/>
              </a:rPr>
              <a:t>Share failures as well as successes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70248"/>
            <a:ext cx="11058144" cy="530352"/>
          </a:xfrm>
          <a:prstGeom prst="roundRect">
            <a:avLst/>
          </a:prstGeom>
          <a:solidFill>
            <a:srgbClr val="1B2437"/>
          </a:solidFill>
          <a:ln w="12700">
            <a:solidFill>
              <a:srgbClr val="2C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270248"/>
            <a:ext cx="5486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>
                <a:solidFill>
                  <a:srgbClr val="E8EDF4"/>
                </a:solidFill>
                <a:latin typeface="Segoe UI Emoji"/>
              </a:rPr>
              <a:t>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270248"/>
            <a:ext cx="99608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8EDF4"/>
                </a:solidFill>
                <a:latin typeface="Calibri"/>
              </a:rPr>
              <a:t>Learn from engineers across different disciplines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29200"/>
            <a:ext cx="11058144" cy="1097280"/>
          </a:xfrm>
          <a:prstGeom prst="roundRect">
            <a:avLst/>
          </a:prstGeom>
          <a:solidFill>
            <a:srgbClr val="241E10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5138928"/>
            <a:ext cx="1041806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spc="150">
                <a:solidFill>
                  <a:srgbClr val="FBBF24"/>
                </a:solidFill>
                <a:latin typeface="Segoe UI Emoji"/>
              </a:rPr>
              <a:t>🏆  PRIZES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5486400"/>
            <a:ext cx="1041806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Top 3 most active participants</a:t>
            </a:r>
            <a:r>
              <a:rPr sz="1400" b="0">
                <a:solidFill>
                  <a:srgbClr val="9AA7BD"/>
                </a:solidFill>
                <a:latin typeface="Calibri"/>
              </a:rPr>
              <a:t>  win a prize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779008"/>
            <a:ext cx="10418064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Winning hackathon team</a:t>
            </a:r>
            <a:r>
              <a:rPr sz="1400" b="0">
                <a:solidFill>
                  <a:srgbClr val="9AA7BD"/>
                </a:solidFill>
                <a:latin typeface="Calibri"/>
              </a:rPr>
              <a:t>  wins a prize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373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>
                <a:solidFill>
                  <a:srgbClr val="9AA7BD"/>
                </a:solidFill>
                <a:latin typeface="Calibri"/>
              </a:rPr>
              <a:t>DevBuddy · AI-First Engineering Series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5029200" cy="5029200"/>
          </a:xfrm>
          <a:prstGeom prst="ellipse">
            <a:avLst/>
          </a:prstGeom>
          <a:solidFill>
            <a:srgbClr val="1020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in Week 2.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75488" y="23500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13 · Reliable Prompts + Structured Output — </a:t>
            </a:r>
            <a:r>
              <a:rPr lang="en-US" sz="17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DevBuddy a voice with Pydantic.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7" y="3794760"/>
            <a:ext cx="209449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/>
          <p:cNvSpPr/>
          <p:nvPr/>
        </p:nvSpPr>
        <p:spPr>
          <a:xfrm>
            <a:off x="932688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chemeClr val="bg1"/>
                </a:solidFill>
              </a:rPr>
              <a:t>Create a code that takes user query in runtime(as argument) and print the answer</a:t>
            </a:r>
            <a:endParaRPr lang="en-US" sz="1500" b="1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66928" y="4453128"/>
            <a:ext cx="209448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32688" y="44531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your verification output  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#</a:t>
            </a:r>
            <a:r>
              <a:rPr lang="en-IN" sz="1600" b="1" dirty="0">
                <a:solidFill>
                  <a:schemeClr val="bg1"/>
                </a:solidFill>
              </a:rPr>
              <a:t>AI-First Engineering</a:t>
            </a: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within 48h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66928" y="5111496"/>
            <a:ext cx="209448" cy="45720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32688" y="5111496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doubts and suggestion in the channel 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r>
              <a:rPr lang="en-IN" sz="1400" b="1" dirty="0">
                <a:solidFill>
                  <a:schemeClr val="bg1"/>
                </a:solidFill>
              </a:rPr>
              <a:t>AI-First Engineering</a:t>
            </a:r>
            <a:r>
              <a:rPr lang="en-US" sz="15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6928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DevBuddy · AI-First Engineering Series · Nabarup Maity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9997440" y="310896"/>
            <a:ext cx="1737360" cy="3108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1000">
                <a:solidFill>
                  <a:srgbClr val="2DD4BF"/>
                </a:solidFill>
                <a:latin typeface="Calibri"/>
              </a:rPr>
              <a:t>● </a:t>
            </a:r>
            <a:r>
              <a:rPr sz="1500" b="1">
                <a:solidFill>
                  <a:srgbClr val="FFFFFF"/>
                </a:solidFill>
                <a:latin typeface="Calibri"/>
              </a:rPr>
              <a:t>intellias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2669</Words>
  <Application>Microsoft Office PowerPoint</Application>
  <PresentationFormat>Widescreen</PresentationFormat>
  <Paragraphs>483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DevBuddy — Session 1 Kickoff</dc:title>
  <dc:subject>PptxGenJS Presentation</dc:subject>
  <dc:creator>Nabarup Maity</dc:creator>
  <cp:lastModifiedBy>Maity Nabarup (ext) CHBS</cp:lastModifiedBy>
  <cp:revision>1</cp:revision>
  <dcterms:created xsi:type="dcterms:W3CDTF">2026-08-06T08:30:47Z</dcterms:created>
  <dcterms:modified xsi:type="dcterms:W3CDTF">2026-08-12T06:59:29Z</dcterms:modified>
</cp:coreProperties>
</file>