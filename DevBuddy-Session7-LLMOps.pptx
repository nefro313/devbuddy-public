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by the end of the hour, one question to DevBuddy lights up three dashboards. Week 7 is not a new feature — it is the layer that makes every previous week defensible in front of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40 minutes of why + how, then 20 minutes where we all run the stack locally. Tell them the hands-on repo branch is week-07.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hook. Everyone in the room has been paged for something they could 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repo: these three files are still stubs on main. By the end of today they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with what you have in the repo today, how would you debug this? Let the silence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after this slide is a zoom-in on one of these three columns. Say that explicitly so the mixed room can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QA folks here: 'evals score a range' is their week. Call out DevOps: everything on the left is already their day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linger. Ten seconds each. They will re-hear all six in context in the next twenty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minutes. DevOps folks will know this cold; frame it as 'here is the AI-specific twist on what you already run'.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pull-based: this is why adding metrics to the agent costs us one endpoint and no vendor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dashboard nobody looks at is decoration. The deliverable is the alert rule, not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cardinality warning matters — it is the single most common Prometheus mistake teams make when they first add AI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aggregate to individual. This is the layer developers will care most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usually lands hardest. Pause on it. Ask what they would have optimised if all they had was 'p95 is 9.4s'.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neutrality is the argument that wins this in a client conversation.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'what it cannot tell you' card is the bridge into Langfuse. Do not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type this live. Have the endpoint value ready in .env so nobody watches you fumble a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Longest block. This is the part that does not exist in a normal service, so spend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top row first — three cards, three voices. The 'nobody says' card is the whole reason Langfuse is in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about self-hosting: Langfuse is open source, runs in our compose file, data stays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trace appearing in the Langfuse UI within a second of the call — that immediacy is what sells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photograph. Everything in the hands-on is building exactly this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the argument that gets observability funded. Frame it that way for anyone who has to sell this internally.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minutes. Everyone runs it. Nobody watches.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start the compose pull NOW, before the explanation — the images are ~2GB and the download is the only thing that can derail the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is the highlight. Do not run out of time before it — cut step 3 short if you must.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 is the gate: documented tradeoffs. The ADR is how they get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hackathon. Take questions on the compose file, not on the theory — the theory is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-1280160"/>
            <a:ext cx="5669280" cy="5669280"/>
          </a:xfrm>
          <a:prstGeom prst="roundRect">
            <a:avLst>
              <a:gd name="adj" fmla="val 4839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Engineering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LLMOps: Observability, Tracing &amp; Cost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gave DevBuddy a brain. Week 7 gives it eyes. Three layers of monitoring — infrastructure, application and the model itself — wired into one running agent.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5120640"/>
            <a:ext cx="310896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17, 2026</a:t>
            </a:r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Facilitator: Rohan Pantankar   ·   1 hour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22192" y="65745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OpenTelemetry · Uptrace · Langfuse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 · 1 HOUR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hour goes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1055096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3852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35608" y="18836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observe at all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04688" y="18836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breaks in an AI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50424" y="18836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615184"/>
            <a:ext cx="11055096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72491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 layer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04688" y="26700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is the system healthy?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50424" y="26700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401568"/>
            <a:ext cx="11055096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511296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35608" y="34564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layer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04688" y="34564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Uptrace — which step was slow?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50424" y="3456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187952"/>
            <a:ext cx="11055096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29768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35608" y="42428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layer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504688" y="42428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— was the answer good, what did it cost?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50424" y="424281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4974336"/>
            <a:ext cx="11055096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084064"/>
            <a:ext cx="457200" cy="4572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35608" y="5029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504688" y="5029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up, instrument, break it on purpose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50424" y="50292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778240" y="-164592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OBSERVE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debug what you can't see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of capability. Zero visibility into what it actually did.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of capability. Now make it operable.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added a moving part. Nothing so far tells you whether those parts are healthy, fast, correct or affordable in production.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51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971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3101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27732" y="251460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4036" y="2651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4036" y="2971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schemas.py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74036" y="33101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output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88536" y="251460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651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2971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rag.py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34840" y="33101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49340" y="251460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5644" y="2651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5644" y="2971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95644" y="33101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0144" y="251460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2651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56448" y="2971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mcp_server.py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56448" y="33101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70948" y="251460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7252" y="2651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17252" y="297180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17252" y="331012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4114800"/>
            <a:ext cx="11055096" cy="1234440"/>
          </a:xfrm>
          <a:prstGeom prst="roundRect">
            <a:avLst>
              <a:gd name="adj" fmla="val 6667"/>
            </a:avLst>
          </a:prstGeom>
          <a:solidFill>
            <a:srgbClr val="12302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61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THE LAYER THAT WRAPS ALL SIX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459028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tracing.py</a:t>
            </a:r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observability   ·   </a:t>
            </a:r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cost_tracker.py</a:t>
            </a:r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tokens &amp; $   ·   </a:t>
            </a:r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guardrails.py</a:t>
            </a:r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the traces feed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" y="562356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2302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62356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MLOps/LLMOps week.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stops being a demo the moment someone other than you has to operate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YOU WILL ACTUALLY 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16:40 — "DevBuddy says auth-service is ready. It isn't."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331E24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KNOW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54203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API returned 200 OK.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32004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response was valid JSON and passed schema validation.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385876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exception. No stack trace. No alert fired.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4517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answer is confidently, completely wrong.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27648" y="192024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CANNOT ANSWER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01968" y="24871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Which document chunks did it retrieve?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305409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Was the prompt, the context, or the model at fault?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36210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Which of the seven steps burned the 9 seconds?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418795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What did today's traffic cost us?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47548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Did answer quality drop after Tuesday's prompt edit?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62356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331E24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62356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bug shouts.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bug returns 200 OK and sounds confident. Observability is how you make it shout.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 OF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questions. Three layers. Three tools.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competing tools. Each one answers a question the other two physically cannot.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377440"/>
            <a:ext cx="3593592" cy="3154680"/>
          </a:xfrm>
          <a:prstGeom prst="roundRect">
            <a:avLst>
              <a:gd name="adj" fmla="val 260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7860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786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054096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healthy?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41985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8561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CPU, memory, disk, container restarts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13308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Requests/min, error rate, p95 latency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Rate limits and queue depth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Alerts when a number crosses a 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1755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time. Aggregate, cheap, alertable.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3108" y="2377440"/>
            <a:ext cx="3593592" cy="3154680"/>
          </a:xfrm>
          <a:prstGeom prst="roundRect">
            <a:avLst>
              <a:gd name="adj" fmla="val 260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49140" y="257860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9140" y="25786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49140" y="3054096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was slow?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49140" y="341985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Uptrace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49140" y="378561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request broken into spans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49140" y="413308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Waterfall: retrieval vs tool vs model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49140" y="448056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Exceptions with full call context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49140" y="482803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 map across Python / Node / Java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49140" y="51755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end to end. Causal, detailed.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19288" y="2377440"/>
            <a:ext cx="3593592" cy="3154680"/>
          </a:xfrm>
          <a:prstGeom prst="roundRect">
            <a:avLst>
              <a:gd name="adj" fmla="val 260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257860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5786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5320" y="3054096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answer any good?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75320" y="341985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75320" y="378561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Exact prompt and completion, versioned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75320" y="413308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Tokens and $ per call, per user, per trace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75320" y="448056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Scores: LLM-as-judge, human, heuristic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75320" y="482803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Regression runs against a dataset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75320" y="51755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cost. The two things only you own.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2302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576072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tell you something is wrong · traces tell you where · LLM traces tell you why the answer was wrong.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YOUR DISCIPLINE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 service  vs  observing an AI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6596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2C3A5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YOU ALREADY 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 — deterministic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3172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= exception, 500, timeout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37398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assert an exact value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4306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servers; scales with load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48737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dashboard means it works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27648" y="173736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0C22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196596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YOU NOW RUN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01968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different output — by design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01968" y="3172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= fluent, well-formed and wrong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01968" y="37398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score a range; you track drift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01968" y="4306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per token; scales with every call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01968" y="48737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dashboard, useless answers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562356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0C22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62356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devs, QA and DevOps alike: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instincts still apply — you are adding two new signals (quality and cost), not throwing anything away.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words we will use all hour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room, one glossary. If you are coming from Java, QA or DevOps, most of this is already familiar under a different name.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3593592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52344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715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31363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sampled over time. requests_total, p95_latency. Cheap to store, easy to alert on, tells you nothing about one specific request.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3108" y="2514600"/>
            <a:ext cx="3593592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9140" y="2752344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9764" y="2715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49140" y="31363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timestamped line of text. Great for forensics, terrible for aggregation. Structure them as JSON or they are grep-only.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9288" y="2514600"/>
            <a:ext cx="3593592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752344"/>
            <a:ext cx="310896" cy="31089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95944" y="2715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75320" y="31363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request's full journey, end to end, stitched together by a shared trace_id. The unit of debugging in a distributed system.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087368"/>
            <a:ext cx="3593592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325112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43584" y="4288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inside a trace, with a start, a duration and attributes. A trace is a tree of spans. Seven spans is a normal DevBuddy request.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3108" y="4087368"/>
            <a:ext cx="3593592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49140" y="4325112"/>
            <a:ext cx="310896" cy="31089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9764" y="4288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549140" y="47091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Langfuse's name for a span that is an LLM call — it also stores the prompt, the completion, the model, the tokens and the cost.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19288" y="4087368"/>
            <a:ext cx="3593592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325112"/>
            <a:ext cx="310896" cy="310896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95944" y="4288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275320" y="47091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vendor-neutral standard for emitting all of the above. Instrument once with OTel, ship it anywhere. This is why we are not locked in.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778240" y="-164592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healthy right now — and who gets woken up if it isn't?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PROMETHEUS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number, sampled every 15 seconds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4846320" cy="3611880"/>
          </a:xfrm>
          <a:prstGeom prst="roundRect">
            <a:avLst>
              <a:gd name="adj" fmla="val 2278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395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Pull, not push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6426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exposes GET /metrics as plain text. Prometheus scrapes it on a timer. No agent, no SDK lock-in.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127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3741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is (metric name, labels, value, timestamp). Built for millions of these; ruthless about anything else.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858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1056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language for rates and percentiles: rate(devbuddy_requests_total[5m]).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590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alerting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837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is just a PromQL expression that must stay false. That is your pager.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70448" y="1828800"/>
            <a:ext cx="5760720" cy="3611880"/>
          </a:xfrm>
          <a:prstGeom prst="roundRect">
            <a:avLst>
              <a:gd name="adj" fmla="val 2278"/>
            </a:avLst>
          </a:prstGeom>
          <a:solidFill>
            <a:srgbClr val="0C22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029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 FOR DEVBUDDY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25786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serving more queries than yesterday?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81344" y="30358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907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p95 end-to-end latency, right now?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81344" y="34930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3649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tool call fail, and which tool?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81344" y="39502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429s is OpenRouter throwing at us?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81344" y="44074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tokens per minute are we burning?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81344" y="48646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$ burn rate above budget for this hour?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562356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0C22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62356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that DevBuddy is down from the person who was relying on it. Prometheus is how the system tells on itself first.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GRAFANA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remembers. Grafana makes it obvious.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has a query box, not a dashboard. Grafana is the pane of glass — and, more importantly, the thing that pages a human.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724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3101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36576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of devbuddy_request_latency_seconds, split by step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44074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p95 &gt; 12s for 5m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514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4448" y="2724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33101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84448" y="36576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per minute, by user and by entry point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84448" y="44074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not an alert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63056" y="2514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724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3101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2512" y="36576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failures, schema-validation retries, guardrail blocks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82512" y="44074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error rate &gt; 2%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251460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0576" y="2724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0576" y="331012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0576" y="36576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429s, worker queue depth, token burn rate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80576" y="44074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$ burn &gt; budget/hr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1206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0C22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12064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golden signals, unchanged from SRE practice.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is that two of them — token burn and cost — did not exist before you added a model.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DEVBUDDY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metrics we expose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577840" cy="3611880"/>
          </a:xfrm>
          <a:prstGeom prst="roundRect">
            <a:avLst>
              <a:gd name="adj" fmla="val 2278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9476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devbuddy_requests_total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2377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entrypoint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devbuddy_request_latency_seconds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880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devbuddy_llm_tokens_total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94760" y="3383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383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direction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devbuddy_llm_cost_usd_total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38862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886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devbuddy_tool_errors_total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4389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389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kind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devbuddy_guardrail_blocks_total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4892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892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82880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07101F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2011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python/src/cost_tracker.py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prometheus_client import Counter, \
     start_http_server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Counter("devbuddy_llm_tokens_total",
     "tokens", ["model", "direction"])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  = Counter("devbuddy_llm_cost_usd_total",
     "usd", ["model"])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record(model, usage):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TOKENS.labels(model, "in").inc(usage.in_tok)
    TOKENS.labels(model, "out").inc(usage.out_tok)
    COST.labels(model).inc(price(model, usage))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start_http_server(8001)   # GET /metrics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62356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62356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discipline: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label a metric with user_id, query text or trace_id — high cardinality is how you kill Prometheus. Those belong in traces.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778240" y="-164592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&amp; Uptrace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is 9.4 seconds. Which 9.4 seconds?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METRICS ARE NOT ENOUGH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hides seven steps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told you p95 = 9.4s. It cannot tell you that 65% of it is one tool call to a slow internal build API.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64008" cy="219456"/>
          </a:xfrm>
          <a:prstGeom prst="roundRect">
            <a:avLst>
              <a:gd name="adj" fmla="val 7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0998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LLM 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90674" y="3145536"/>
            <a:ext cx="992221" cy="219456"/>
          </a:xfrm>
          <a:prstGeom prst="roundRect">
            <a:avLst>
              <a:gd name="adj" fmla="val 2083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0674" y="3145536"/>
            <a:ext cx="992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502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embed query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2895" y="3547872"/>
            <a:ext cx="248055" cy="219456"/>
          </a:xfrm>
          <a:prstGeom prst="roundRect">
            <a:avLst>
              <a:gd name="adj" fmla="val 20833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4103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9044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vector search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0951" y="3950208"/>
            <a:ext cx="74417" cy="219456"/>
          </a:xfrm>
          <a:prstGeom prst="roundRect">
            <a:avLst>
              <a:gd name="adj" fmla="val 6143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8519" y="3922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· build-status API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05367" y="4352544"/>
            <a:ext cx="5043791" cy="219456"/>
          </a:xfrm>
          <a:prstGeom prst="roundRect">
            <a:avLst>
              <a:gd name="adj" fmla="val 20833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5367" y="4352544"/>
            <a:ext cx="50437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4709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LLM call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049159" y="4754880"/>
            <a:ext cx="1322962" cy="219456"/>
          </a:xfrm>
          <a:prstGeom prst="roundRect">
            <a:avLst>
              <a:gd name="adj" fmla="val 2083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9159" y="4754880"/>
            <a:ext cx="1322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5111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1372120" y="5157216"/>
            <a:ext cx="64008" cy="219456"/>
          </a:xfrm>
          <a:prstGeom prst="roundRect">
            <a:avLst>
              <a:gd name="adj" fmla="val 7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09280" y="5129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0" y="2578608"/>
            <a:ext cx="777240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66928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029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66928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a trace: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here is caching the build API — not a smaller model, not a shorter prompt. Metrics alone would have sent you optimising the wrong thing.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UNDERNEATH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OpenTelemetry: instrument once, ship anywhere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is not a product you buy. It is the CNCF standard for producing traces, metrics and logs — and every backend on this slide speaks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5367528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6974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269748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SDK, one wire format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209544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spans against the OTel API. The SDK exports them over OTLP. Nothing in your code names a vendor.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4768" y="2514600"/>
            <a:ext cx="5367528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6974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6016" y="269748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backends with an env var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209544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Uptrace today, Jaeger, Datadog, Grafana Tempo or New Relic tomorrow. Change OTEL_EXPORTER_OTLP_ENDPOINT, ship.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87368"/>
            <a:ext cx="5367528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2702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42702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Auto-instrumentation for free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4782312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Node and Java agents trace HTTP, DB and framework calls with zero code. Java: attach the agent jar, done.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4087368"/>
            <a:ext cx="5367528" cy="1389888"/>
          </a:xfrm>
          <a:prstGeom prst="roundRect">
            <a:avLst>
              <a:gd name="adj" fmla="val 592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42702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42702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the LLM standard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782312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semantic conventions define gen_ai.* span attributes — model, tokens, temperature. Langfuse ingests OTLP too.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66928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029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66928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Java engineers in the room: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otel javaagent you already run on Spring services. The DevBuddy Java blueprint uses it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UPTRACE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OTel-native APM you can run yourself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577840" cy="3611880"/>
          </a:xfrm>
          <a:prstGeom prst="roundRect">
            <a:avLst>
              <a:gd name="adj" fmla="val 2278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waterfall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2679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picture two slides ago, for any real request.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035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metrics and logs in one place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32826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one query language, correlated by trace_id.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639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grouping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3886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bucketed by type with the full span context attached.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242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" y="44897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agent → MCP server → build API, drawn automatically.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on ClickHouse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1248" y="50932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our docker-compose. No data leaves the laptop, no account needed.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27648" y="182880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029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20299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NOT JUST JAEGER?"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01968" y="2377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is traces only. Uptrace takes traces, metrics and logs over the same OTLP endpoint and adds alerting on top — one container instead of three. Either is a fine choice; we pick one so the cohort debugs the same screen.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27648" y="374904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9502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STILL CANNOT TELL YOU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01968" y="4297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1.6s synthesis call produced a hallucinated deploy date. A span knows duration and status — not whether the words inside it were true. That is the next section.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DEVBUDDY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src/tracing.py — spans around every step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6126480" cy="3611880"/>
          </a:xfrm>
          <a:prstGeom prst="roundRect">
            <a:avLst>
              <a:gd name="adj" fmla="val 2278"/>
            </a:avLst>
          </a:prstGeom>
          <a:solidFill>
            <a:srgbClr val="07101F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1168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python/src/tracing.py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 import trace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opentelemetry.sdk.trace import TracerProvider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opentelemetry.exporter.otlp.proto.http.trace_exporter \
     import OTLPSpanExporter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opentelemetry.sdk.trace.export import BatchSpanProcessor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= TracerProvider()
provider.add_span_processor(BatchSpanProcessor(
    OTLPSpanExporter(endpoint=UPTRACE_OTLP_ENDPOINT)))
trace.set_tracer_provider(provider)
tracer = trace.get_tracer("devbuddy")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traced_retrieve(query: str):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tracer.start_as_current_span("rag.retrieve") as span: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span.set_attribute("rag.query", query)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docs = retrieve(query)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span.set_attribute("rag.doc_count", len(docs))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76288" y="1828800"/>
            <a:ext cx="4754880" cy="1737360"/>
          </a:xfrm>
          <a:prstGeom prst="roundRect">
            <a:avLst>
              <a:gd name="adj" fmla="val 473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HABITS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50608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Name spans after the step, not the function.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50608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Put the interesting values on the span as attributes.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50608" y="3127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Record exceptions on the span — span.record_exception(e).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76288" y="3703320"/>
            <a:ext cx="4754880" cy="1737360"/>
          </a:xfrm>
          <a:prstGeom prst="roundRect">
            <a:avLst>
              <a:gd name="adj" fmla="val 4737"/>
            </a:avLst>
          </a:prstGeom>
          <a:solidFill>
            <a:srgbClr val="1029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3886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 THE BORING PARTS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50608" y="4224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opentelemetry-instrument \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--traces_exporter otlp \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run.py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50608" y="4956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calls, the MCP client and FastAPI get traced without touching your code.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778240" y="-164592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returned 200 OK in 1.6 seconds. Was it right, and what did it cost?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THE FIRST TWO LEAVE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layer has ever seen your prompt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0C2233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request, 200 OK, 9.4s, 3,120 tokens."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15968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029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UPTRACE SAYS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0288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build-API span took 6.1s. No errors."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331E24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SAYS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39328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invented a deploy that never happened."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3593592" cy="1042416"/>
          </a:xfrm>
          <a:prstGeom prst="roundRect">
            <a:avLst>
              <a:gd name="adj" fmla="val 789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completion capture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input, every output, stored and searchable — including the retrieved context you injected.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3108" y="3474720"/>
            <a:ext cx="3593592" cy="1042416"/>
          </a:xfrm>
          <a:prstGeom prst="roundRect">
            <a:avLst>
              <a:gd name="adj" fmla="val 789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9140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tokens per trace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4914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model automatically. Group by user, session, feature or release.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9288" y="3474720"/>
            <a:ext cx="3593592" cy="1042416"/>
          </a:xfrm>
          <a:prstGeom prst="roundRect">
            <a:avLst>
              <a:gd name="adj" fmla="val 789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7532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versioned outside the code, fetched at runtime, labelled prod / staging.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663440"/>
            <a:ext cx="3593592" cy="1042416"/>
          </a:xfrm>
          <a:prstGeom prst="roundRect">
            <a:avLst>
              <a:gd name="adj" fmla="val 789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09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LLM-as-judge, heuristic checks or human review, attached to the trace they judge.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3108" y="4663440"/>
            <a:ext cx="3593592" cy="1042416"/>
          </a:xfrm>
          <a:prstGeom prst="roundRect">
            <a:avLst>
              <a:gd name="adj" fmla="val 789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9140" y="4809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users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4914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multi-turn conversation as one object, so you can replay what the user really saw.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19288" y="4663440"/>
            <a:ext cx="3593592" cy="1042416"/>
          </a:xfrm>
          <a:prstGeom prst="roundRect">
            <a:avLst>
              <a:gd name="adj" fmla="val 789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4809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7532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50 real traces as a test set. Re-run them on every prompt change. This is your regression suite.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LANGFUSE THINKS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→ Observation → Score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mental model as OTel, one level higher. If you understood spans an hour ago, you already understand this.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7680960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2432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624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95728" y="25694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request, end to end. "Is auth-service ready for v2.1?"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300984"/>
            <a:ext cx="7680960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341071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4107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95728" y="33558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inside it. Three kinds: SPAN (any work), GENERATION (an LLM call), EVENT (a point in time).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87368"/>
            <a:ext cx="7680960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4197096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197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95728" y="41422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one. Stores model, prompt, completion, tokens, latency and cost — automatically priced.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873752"/>
            <a:ext cx="7680960" cy="676656"/>
          </a:xfrm>
          <a:prstGeom prst="roundRect">
            <a:avLst>
              <a:gd name="adj" fmla="val 1216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4983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983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95728" y="492861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judgement attached to a trace or observation. Numeric, boolean or categorical. From a judge model, a rule or a human.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22208" y="2514600"/>
            <a:ext cx="3108960" cy="3054096"/>
          </a:xfrm>
          <a:prstGeom prst="roundRect">
            <a:avLst>
              <a:gd name="adj" fmla="val 2695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PAYS OFF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108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Filter to every trace where the judge scored &lt; 0.5 — then read the prompts.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96528" y="3931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Diff cost per trace before and after a model swap.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96528" y="4754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Prove to a client that quality did not regress in this release.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8064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80644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QA: 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Langfuse dataset is a test suite whose assertions are scores instead of equalities. That is the shape evals take in Week 7 and in the hackathon.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DEVBUDDY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to trace, one line to score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6400800" cy="3611880"/>
          </a:xfrm>
          <a:prstGeom prst="roundRect">
            <a:avLst>
              <a:gd name="adj" fmla="val 2278"/>
            </a:avLst>
          </a:prstGeom>
          <a:solidFill>
            <a:srgbClr val="07101F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116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python/src/tracing.py  (Langfuse half)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langfuse.langchain import CallbackHandler
from langfuse import get_client, observe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 = CallbackHandler()          # LangChain / LangGraph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agent.invoke(state, config={"callbacks": [handler]})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@observe(name="devbuddy.answer")     # anything non-LangChain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answer(question: str) -&gt; BuildCheck:
    lf = get_client()
    lf.update_current_trace(
        user_id=current_user, session_id=thread_id,
        tags=["week-07"], metadata={"repo": "auth-service"})
    result = run_agent(question)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lf.score_current_trace(          # quality, not latency
        name="grounded", value=judge(result), data_type="NUMERIC")
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50608" y="1828800"/>
            <a:ext cx="4480560" cy="1737360"/>
          </a:xfrm>
          <a:prstGeom prst="roundRect">
            <a:avLst>
              <a:gd name="adj" fmla="val 4737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FOR THAT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24928" y="23408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prompt + completion, per step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24928" y="2642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Token counts and $ priced per 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24928" y="2944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Latency per generation, not per request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24928" y="3246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quality score you can trend over weeks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50608" y="3703320"/>
            <a:ext cx="4480560" cy="1737360"/>
          </a:xfrm>
          <a:prstGeom prst="roundRect">
            <a:avLst>
              <a:gd name="adj" fmla="val 473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3886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IT TO guardrails.py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24928" y="42245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your input or output guardrail fires becomes a score with value 0 and the rule name. Now "how often does the injection filter trip, and on what?" is a saved Langfuse view instead of a grep.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FIT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query. One trace_id. Three panes.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0"/>
            <a:ext cx="4325112" cy="640080"/>
          </a:xfrm>
          <a:prstGeom prst="roundRect">
            <a:avLst>
              <a:gd name="adj" fmla="val 12857"/>
            </a:avLst>
          </a:prstGeom>
          <a:solidFill>
            <a:srgbClr val="1B2437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828800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agent  ·  "Is auth-service ready for v2.1?"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31920" y="2651760"/>
            <a:ext cx="4325112" cy="548640"/>
          </a:xfrm>
          <a:prstGeom prst="roundRect">
            <a:avLst>
              <a:gd name="adj" fmla="val 15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65176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</a:t>
            </a:r>
            <a:pPr algn="ctr"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one trace_id on every span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2468880"/>
            <a:ext cx="301752" cy="182880"/>
          </a:xfrm>
          <a:prstGeom prst="downArrow">
            <a:avLst/>
          </a:prstGeom>
          <a:solidFill>
            <a:srgbClr val="9AA7BD"/>
          </a:solidFill>
          <a:ln w="12700">
            <a:solidFill>
              <a:srgbClr val="9AA7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4476" y="3200400"/>
            <a:ext cx="0" cy="256032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63724" y="3456432"/>
            <a:ext cx="3730752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3724" y="3456432"/>
            <a:ext cx="0" cy="246888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70332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1B2437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→ Grafana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15137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 /metrics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988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Dashboards &amp; alerts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p95, error rate, $ burn/hr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15721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Who gets paged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4476" y="3200400"/>
            <a:ext cx="0" cy="256032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9904" y="3456432"/>
            <a:ext cx="4572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3456432"/>
            <a:ext cx="0" cy="246888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3108" y="370332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1B243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9140" y="3840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→ Uptrace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49140" y="415137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spans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49140" y="44988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Span waterfall per request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49140" y="48280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Errors with full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49140" y="515721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 map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94476" y="3200400"/>
            <a:ext cx="0" cy="256032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16084" y="3456432"/>
            <a:ext cx="-3721608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16084" y="3456432"/>
            <a:ext cx="0" cy="246888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9288" y="370332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1B2437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38404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→ Langfuse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275320" y="415137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generations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75320" y="44988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Prompt, completion, context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75320" y="48280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&amp; tokens per trace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75320" y="5157216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Scores, datasets, evals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76072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2302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576072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key is trace_id.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in the response, put it on the Prometheus exemplar, set it as Langfuse metadata — then one ID takes you from an alert to the exact prompt that caused it.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ONLY YOU OWN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a feature, not an invoice surprise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said it in one line: $0.02 × 10k calls/day = $6k/month. Week 7 is where that line gets a dashboard and a kill switch.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6700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86384" y="334670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DevBuddy query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251460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26700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00984" y="334670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per day at team scale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96128" y="251460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26700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815584" y="334670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unbudgeted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02168" y="251460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331E24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2697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IS THE HAPPY PATH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76488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one call per query. An agent that loops, retries and re-sends its history does four.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06908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ACTUALLY HIDES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Agent loops — every step re-sends the whole history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Retries on schema-validation failure (Week 2)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RAG top-k set to 10 "just in case"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long system prompt on a high-traffic path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0488" y="406908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1029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CONTROLS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4808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hard max-step and max-cost guard in agent.py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64808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Cheap model for planning, strong model for synthesis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64808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Cache identical prompts; trim context you never read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64808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Grafana alert on $ burn rate, not on the monthly bill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778240" y="-164592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wire it up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then one question lights up three panes.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SPINNING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containers, one compose file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locally. No accounts, no keys beyond the OpenRouter one you already have, no data leaving your laptop.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7680960" cy="530352"/>
          </a:xfrm>
          <a:prstGeom prst="roundRect">
            <a:avLst>
              <a:gd name="adj" fmla="val 1551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724912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5146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5146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localhost:9090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DevBuddy /metrics every 15s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36392"/>
            <a:ext cx="7680960" cy="530352"/>
          </a:xfrm>
          <a:prstGeom prst="roundRect">
            <a:avLst>
              <a:gd name="adj" fmla="val 1551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346704"/>
            <a:ext cx="118872" cy="1188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1363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136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1363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alert rules, Prometheus datasource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7680960" cy="530352"/>
          </a:xfrm>
          <a:prstGeom prst="roundRect">
            <a:avLst>
              <a:gd name="adj" fmla="val 1551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968496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7581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uptrace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7581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localhost:14318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581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receiver + trace UI (gRPC on 14317)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379976"/>
            <a:ext cx="7680960" cy="530352"/>
          </a:xfrm>
          <a:prstGeom prst="roundRect">
            <a:avLst>
              <a:gd name="adj" fmla="val 1551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590288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3799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43799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localhost:8123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37997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Uptrace's span store — you will not touch it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001768"/>
            <a:ext cx="7680960" cy="530352"/>
          </a:xfrm>
          <a:prstGeom prst="roundRect">
            <a:avLst>
              <a:gd name="adj" fmla="val 1551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212080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" y="5001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langfuse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0" y="50017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50017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traces, scores, prompts (Postgres-backed)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22208" y="2514600"/>
            <a:ext cx="3108960" cy="3108960"/>
          </a:xfrm>
          <a:prstGeom prst="roundRect">
            <a:avLst>
              <a:gd name="adj" fmla="val 2647"/>
            </a:avLst>
          </a:prstGeom>
          <a:solidFill>
            <a:srgbClr val="07101F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96528" y="269748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 upstream
$ git checkout week-07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-f \
    ops/compose.obs.yml up -d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pip install -e ".[obs]"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UPTRACE_DSN=...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LANGFUSE_PUBLIC_KEY=pk-lf-...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LANGFUSE_SECRET_KEY=sk-lf-...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LANGFUSE_HOST=http://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localhost:3001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20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then we break it on purpose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7772400" cy="621792"/>
          </a:xfrm>
          <a:prstGeom prst="roundRect">
            <a:avLst>
              <a:gd name="adj" fmla="val 1323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929384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35608" y="18562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stack up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185623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-d, then open all four tabs. Confirm Prometheus sees the DevBuddy target as UP.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560320"/>
            <a:ext cx="7772400" cy="621792"/>
          </a:xfrm>
          <a:prstGeom prst="roundRect">
            <a:avLst>
              <a:gd name="adj" fmla="val 1323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64261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25694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src/tracing.py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256946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provider + OTLP exporter + the Langfuse callback handler. Roughly 20 lines, we type it together.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273552"/>
            <a:ext cx="7772400" cy="621792"/>
          </a:xfrm>
          <a:prstGeom prst="roundRect">
            <a:avLst>
              <a:gd name="adj" fmla="val 1323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355848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35608" y="32826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src/cost_tracker.py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14800" y="328269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counter, per-model pricing, a Prometheus Counter and a /metrics endpoint on :8001.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986784"/>
            <a:ext cx="7772400" cy="621792"/>
          </a:xfrm>
          <a:prstGeom prst="roundRect">
            <a:avLst>
              <a:gd name="adj" fmla="val 1323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406908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35608" y="39959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real question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114800" y="39959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run → "Is auth-service ready for v2.1?" Then find the same trace_id in all three UIs.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700016"/>
            <a:ext cx="7772400" cy="621792"/>
          </a:xfrm>
          <a:prstGeom prst="roundRect">
            <a:avLst>
              <a:gd name="adj" fmla="val 1323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4782312"/>
            <a:ext cx="457200" cy="4572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35608" y="47091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114800" y="47091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build-status tool. Watch the error surface as a red span, a spiking counter and a failing score.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13648" y="1847088"/>
            <a:ext cx="3017520" cy="3493008"/>
          </a:xfrm>
          <a:prstGeom prst="roundRect">
            <a:avLst>
              <a:gd name="adj" fmla="val 2727"/>
            </a:avLst>
          </a:prstGeom>
          <a:solidFill>
            <a:srgbClr val="331E24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2057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THREE THINGS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87968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trace_id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887968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Uptrace and in Langfuse. That link is the whole architecture.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87968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appearing per call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887968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 the end of the month.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87968" y="4334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being obvious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887968" y="46085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30 seconds. That is the deliverable.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559552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331E24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559552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</a:t>
            </a:r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the channel, not in a DM — a public fix teaches the cohort once. The worked solution lands on the week-07 branch tonight.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 THIS WEEK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criteria, then go further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73384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577840" cy="3611880"/>
          </a:xfrm>
          <a:prstGeom prst="roundRect">
            <a:avLst>
              <a:gd name="adj" fmla="val 2278"/>
            </a:avLst>
          </a:prstGeom>
          <a:solidFill>
            <a:srgbClr val="12302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5420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4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450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exposes all six DevBuddy counters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0266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4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352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Grafana panel shows p95 latency and $ burn/hr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5112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4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4198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produces one trace with ≥ 7 spans in Uptrace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" y="3995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4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04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 appears in Langfuse with cost attached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480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4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389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block is recorded as a score, not a log 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" y="49651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43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4873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rule fires on a deliberately broken run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27648" y="182880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2011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(SELF-LEARNING)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1968" y="2340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Add an LLM-as-judge score and trend it across 20 traces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1968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Freeze 20 traces as a Langfuse dataset; re-run after a prompt edit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01968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Add a cost ceiling that aborts the agent mid-run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27648" y="370332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CONTRIBUTION — 1 ADR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01968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alert on cost burn rate rather than monthly spend because…"</a:t>
            </a:r>
            <a:endParaRPr lang="en-US" sz="1200" dirty="0"/>
          </a:p>
          <a:p>
            <a:pPr algn="l" indent="0" marL="0">
              <a:lnSpc>
                <a:spcPts val="1450"/>
              </a:lnSpc>
              <a:buNone/>
            </a:pPr>
            <a:endParaRPr lang="en-US" sz="12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pick your own: sampling rate, what belongs in a label vs a span attribute, self-hosted vs managed. One paragraph, into the repo runbook.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8595360" y="-1463040"/>
            <a:ext cx="5486400" cy="548640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114800"/>
            <a:ext cx="3840480" cy="3840480"/>
          </a:xfrm>
          <a:prstGeom prst="ellipse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17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production layer.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377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 made DevBuddy capable. </a:t>
            </a:r>
            <a:pPr indent="0" marL="0">
              <a:buNone/>
            </a:pPr>
            <a:r>
              <a:rPr lang="en-US" sz="16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makes it something you would let a client depend 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218688"/>
            <a:ext cx="109728" cy="4572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3127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before you optimise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3438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performance guess you make without a trace is a coin flip.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968496"/>
            <a:ext cx="109728" cy="457200"/>
          </a:xfrm>
          <a:prstGeom prst="roundRect">
            <a:avLst>
              <a:gd name="adj" fmla="val 33333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877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are not optional extras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187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application and model each answer a question the others cannot.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18304"/>
            <a:ext cx="109728" cy="457200"/>
          </a:xfrm>
          <a:prstGeom prst="roundRect">
            <a:avLst>
              <a:gd name="adj" fmla="val 3333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6268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cost are your two new signals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6968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already run measures either one. That is the whole job of this week.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5669280"/>
            <a:ext cx="310896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5806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hackathon. </a:t>
            </a:r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real problem. Ship it with traces, scores and a cost number — that is Level 3.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 · Rohan Pantankar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94392" y="3108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DevBuddy — Session 7: LLMOps, Observability &amp; Cost</dc:title>
  <dc:subject>PptxGenJS Presentation</dc:subject>
  <dc:creator>Rohan Pantankar</dc:creator>
  <cp:lastModifiedBy>Rohan Pantankar</cp:lastModifiedBy>
  <cp:revision>1</cp:revision>
  <dcterms:created xsi:type="dcterms:W3CDTF">2026-08-12T13:07:57Z</dcterms:created>
  <dcterms:modified xsi:type="dcterms:W3CDTF">2026-08-12T13:07:57Z</dcterms:modified>
</cp:coreProperties>
</file>